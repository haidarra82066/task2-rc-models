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</p:sldMasterIdLst>
  <p:notesMasterIdLst>
    <p:notesMasterId r:id="rId28"/>
  </p:notesMasterIdLst>
  <p:handoutMasterIdLst>
    <p:handoutMasterId r:id="rId29"/>
  </p:handoutMasterIdLst>
  <p:sldIdLst>
    <p:sldId id="381" r:id="rId5"/>
    <p:sldId id="369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9" r:id="rId14"/>
    <p:sldId id="380" r:id="rId15"/>
    <p:sldId id="382" r:id="rId16"/>
    <p:sldId id="383" r:id="rId17"/>
    <p:sldId id="384" r:id="rId18"/>
    <p:sldId id="385" r:id="rId19"/>
    <p:sldId id="386" r:id="rId20"/>
    <p:sldId id="387" r:id="rId21"/>
    <p:sldId id="388" r:id="rId22"/>
    <p:sldId id="390" r:id="rId23"/>
    <p:sldId id="391" r:id="rId24"/>
    <p:sldId id="392" r:id="rId25"/>
    <p:sldId id="393" r:id="rId26"/>
    <p:sldId id="394" r:id="rId27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AB00"/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D724AB-A499-4FE9-9BBE-D54A08AEF9F9}" v="243" dt="2026-06-07T14:26:53.882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2770" autoAdjust="0"/>
  </p:normalViewPr>
  <p:slideViewPr>
    <p:cSldViewPr snapToGrid="0">
      <p:cViewPr varScale="1">
        <p:scale>
          <a:sx n="146" d="100"/>
          <a:sy n="146" d="100"/>
        </p:scale>
        <p:origin x="114" y="576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 Haidar" userId="798091b73859c094" providerId="LiveId" clId="{59BFCC0A-7D56-4736-845F-85464F4463E6}"/>
    <pc:docChg chg="undo custSel addSld delSld modSld delMainMaster">
      <pc:chgData name="Rami Haidar" userId="798091b73859c094" providerId="LiveId" clId="{59BFCC0A-7D56-4736-845F-85464F4463E6}" dt="2026-06-07T14:26:53.882" v="1079"/>
      <pc:docMkLst>
        <pc:docMk/>
      </pc:docMkLst>
      <pc:sldChg chg="addSp delSp modSp mod">
        <pc:chgData name="Rami Haidar" userId="798091b73859c094" providerId="LiveId" clId="{59BFCC0A-7D56-4736-845F-85464F4463E6}" dt="2026-06-07T14:25:37.032" v="1059" actId="1076"/>
        <pc:sldMkLst>
          <pc:docMk/>
          <pc:sldMk cId="0" sldId="369"/>
        </pc:sldMkLst>
        <pc:spChg chg="mod">
          <ac:chgData name="Rami Haidar" userId="798091b73859c094" providerId="LiveId" clId="{59BFCC0A-7D56-4736-845F-85464F4463E6}" dt="2026-06-05T15:11:10.856" v="46"/>
          <ac:spMkLst>
            <pc:docMk/>
            <pc:sldMk cId="0" sldId="369"/>
            <ac:spMk id="3" creationId="{00000000-0000-0000-0000-000000000000}"/>
          </ac:spMkLst>
        </pc:spChg>
        <pc:spChg chg="add mod">
          <ac:chgData name="Rami Haidar" userId="798091b73859c094" providerId="LiveId" clId="{59BFCC0A-7D56-4736-845F-85464F4463E6}" dt="2026-06-05T15:09:30.139" v="32"/>
          <ac:spMkLst>
            <pc:docMk/>
            <pc:sldMk cId="0" sldId="369"/>
            <ac:spMk id="5" creationId="{5607C900-8EAC-F4FC-ADE2-CA1618CC8C79}"/>
          </ac:spMkLst>
        </pc:spChg>
        <pc:spChg chg="add mod">
          <ac:chgData name="Rami Haidar" userId="798091b73859c094" providerId="LiveId" clId="{59BFCC0A-7D56-4736-845F-85464F4463E6}" dt="2026-06-05T15:12:11.122" v="51" actId="1076"/>
          <ac:spMkLst>
            <pc:docMk/>
            <pc:sldMk cId="0" sldId="369"/>
            <ac:spMk id="26" creationId="{10B8C1B8-1806-0D27-2FDB-CB75D5A743CA}"/>
          </ac:spMkLst>
        </pc:spChg>
        <pc:spChg chg="add mod">
          <ac:chgData name="Rami Haidar" userId="798091b73859c094" providerId="LiveId" clId="{59BFCC0A-7D56-4736-845F-85464F4463E6}" dt="2026-06-05T15:12:11.122" v="51" actId="1076"/>
          <ac:spMkLst>
            <pc:docMk/>
            <pc:sldMk cId="0" sldId="369"/>
            <ac:spMk id="27" creationId="{ED038DCD-5C9D-35A9-4BC8-7CC045051FB1}"/>
          </ac:spMkLst>
        </pc:spChg>
        <pc:spChg chg="add mod">
          <ac:chgData name="Rami Haidar" userId="798091b73859c094" providerId="LiveId" clId="{59BFCC0A-7D56-4736-845F-85464F4463E6}" dt="2026-06-05T15:12:11.122" v="51" actId="1076"/>
          <ac:spMkLst>
            <pc:docMk/>
            <pc:sldMk cId="0" sldId="369"/>
            <ac:spMk id="29" creationId="{C7B4D953-6E02-C920-B4AA-2819A07B3A66}"/>
          </ac:spMkLst>
        </pc:spChg>
        <pc:spChg chg="add mod">
          <ac:chgData name="Rami Haidar" userId="798091b73859c094" providerId="LiveId" clId="{59BFCC0A-7D56-4736-845F-85464F4463E6}" dt="2026-06-05T15:12:11.122" v="51" actId="1076"/>
          <ac:spMkLst>
            <pc:docMk/>
            <pc:sldMk cId="0" sldId="369"/>
            <ac:spMk id="30" creationId="{F91A40D2-700B-A598-5827-C304A21C9365}"/>
          </ac:spMkLst>
        </pc:spChg>
        <pc:spChg chg="add mod">
          <ac:chgData name="Rami Haidar" userId="798091b73859c094" providerId="LiveId" clId="{59BFCC0A-7D56-4736-845F-85464F4463E6}" dt="2026-06-05T15:12:11.122" v="51" actId="1076"/>
          <ac:spMkLst>
            <pc:docMk/>
            <pc:sldMk cId="0" sldId="369"/>
            <ac:spMk id="32" creationId="{C720E01D-7B46-4AC5-3675-E45764154B45}"/>
          </ac:spMkLst>
        </pc:spChg>
        <pc:spChg chg="add mod">
          <ac:chgData name="Rami Haidar" userId="798091b73859c094" providerId="LiveId" clId="{59BFCC0A-7D56-4736-845F-85464F4463E6}" dt="2026-06-05T15:12:11.122" v="51" actId="1076"/>
          <ac:spMkLst>
            <pc:docMk/>
            <pc:sldMk cId="0" sldId="369"/>
            <ac:spMk id="33" creationId="{319328F0-01B1-991C-C64F-1D8256157847}"/>
          </ac:spMkLst>
        </pc:spChg>
        <pc:spChg chg="add mod">
          <ac:chgData name="Rami Haidar" userId="798091b73859c094" providerId="LiveId" clId="{59BFCC0A-7D56-4736-845F-85464F4463E6}" dt="2026-06-05T15:12:11.122" v="51" actId="1076"/>
          <ac:spMkLst>
            <pc:docMk/>
            <pc:sldMk cId="0" sldId="369"/>
            <ac:spMk id="35" creationId="{27130A26-C863-1675-42D6-0A7B1C4E905F}"/>
          </ac:spMkLst>
        </pc:spChg>
        <pc:spChg chg="add mod">
          <ac:chgData name="Rami Haidar" userId="798091b73859c094" providerId="LiveId" clId="{59BFCC0A-7D56-4736-845F-85464F4463E6}" dt="2026-06-05T15:12:11.122" v="51" actId="1076"/>
          <ac:spMkLst>
            <pc:docMk/>
            <pc:sldMk cId="0" sldId="369"/>
            <ac:spMk id="36" creationId="{1EE73348-0337-1FF3-156B-9C69B027DBDE}"/>
          </ac:spMkLst>
        </pc:spChg>
        <pc:spChg chg="add mod">
          <ac:chgData name="Rami Haidar" userId="798091b73859c094" providerId="LiveId" clId="{59BFCC0A-7D56-4736-845F-85464F4463E6}" dt="2026-06-05T15:12:11.122" v="51" actId="1076"/>
          <ac:spMkLst>
            <pc:docMk/>
            <pc:sldMk cId="0" sldId="369"/>
            <ac:spMk id="37" creationId="{6F767DFB-D3DC-4B8D-FE48-B1F57E8DE122}"/>
          </ac:spMkLst>
        </pc:spChg>
        <pc:spChg chg="add mod">
          <ac:chgData name="Rami Haidar" userId="798091b73859c094" providerId="LiveId" clId="{59BFCC0A-7D56-4736-845F-85464F4463E6}" dt="2026-06-05T15:12:11.122" v="51" actId="1076"/>
          <ac:spMkLst>
            <pc:docMk/>
            <pc:sldMk cId="0" sldId="369"/>
            <ac:spMk id="38" creationId="{46CB0A6F-7BFF-E6F2-7EE5-9E1C49D811DE}"/>
          </ac:spMkLst>
        </pc:spChg>
        <pc:spChg chg="add mod">
          <ac:chgData name="Rami Haidar" userId="798091b73859c094" providerId="LiveId" clId="{59BFCC0A-7D56-4736-845F-85464F4463E6}" dt="2026-06-05T15:11:16.388" v="47"/>
          <ac:spMkLst>
            <pc:docMk/>
            <pc:sldMk cId="0" sldId="369"/>
            <ac:spMk id="39" creationId="{6BBD6E58-1091-31CA-04CB-5268C1EDDBEA}"/>
          </ac:spMkLst>
        </pc:spChg>
        <pc:picChg chg="add mod">
          <ac:chgData name="Rami Haidar" userId="798091b73859c094" providerId="LiveId" clId="{59BFCC0A-7D56-4736-845F-85464F4463E6}" dt="2026-06-07T14:25:37.032" v="1059" actId="1076"/>
          <ac:picMkLst>
            <pc:docMk/>
            <pc:sldMk cId="0" sldId="369"/>
            <ac:picMk id="2" creationId="{A9666F62-83C8-5751-7AFB-CE1C896D845F}"/>
          </ac:picMkLst>
        </pc:picChg>
      </pc:sldChg>
      <pc:sldChg chg="addSp delSp modSp new mod">
        <pc:chgData name="Rami Haidar" userId="798091b73859c094" providerId="LiveId" clId="{59BFCC0A-7D56-4736-845F-85464F4463E6}" dt="2026-06-07T14:26:15.128" v="1060"/>
        <pc:sldMkLst>
          <pc:docMk/>
          <pc:sldMk cId="2242444243" sldId="371"/>
        </pc:sldMkLst>
        <pc:spChg chg="add mod">
          <ac:chgData name="Rami Haidar" userId="798091b73859c094" providerId="LiveId" clId="{59BFCC0A-7D56-4736-845F-85464F4463E6}" dt="2026-06-05T15:14:40.221" v="57"/>
          <ac:spMkLst>
            <pc:docMk/>
            <pc:sldMk cId="2242444243" sldId="371"/>
            <ac:spMk id="4" creationId="{2464BAAD-038E-E1F1-F19B-8978D211CC0E}"/>
          </ac:spMkLst>
        </pc:spChg>
        <pc:spChg chg="add del mod">
          <ac:chgData name="Rami Haidar" userId="798091b73859c094" providerId="LiveId" clId="{59BFCC0A-7D56-4736-845F-85464F4463E6}" dt="2026-06-05T15:15:03.472" v="60" actId="478"/>
          <ac:spMkLst>
            <pc:docMk/>
            <pc:sldMk cId="2242444243" sldId="371"/>
            <ac:spMk id="5" creationId="{9A103AD5-8AC5-195A-3D86-73F13FCD1F0A}"/>
          </ac:spMkLst>
        </pc:spChg>
        <pc:spChg chg="add mod">
          <ac:chgData name="Rami Haidar" userId="798091b73859c094" providerId="LiveId" clId="{59BFCC0A-7D56-4736-845F-85464F4463E6}" dt="2026-06-05T15:14:40.221" v="57"/>
          <ac:spMkLst>
            <pc:docMk/>
            <pc:sldMk cId="2242444243" sldId="371"/>
            <ac:spMk id="6" creationId="{F71E7E31-1E2C-9FFF-D11F-430DCF8BF001}"/>
          </ac:spMkLst>
        </pc:spChg>
        <pc:spChg chg="add mod">
          <ac:chgData name="Rami Haidar" userId="798091b73859c094" providerId="LiveId" clId="{59BFCC0A-7D56-4736-845F-85464F4463E6}" dt="2026-06-05T15:14:40.221" v="57"/>
          <ac:spMkLst>
            <pc:docMk/>
            <pc:sldMk cId="2242444243" sldId="371"/>
            <ac:spMk id="7" creationId="{32050A6D-FABD-1BE9-27EA-A53F17D4BBB0}"/>
          </ac:spMkLst>
        </pc:spChg>
        <pc:spChg chg="add mod">
          <ac:chgData name="Rami Haidar" userId="798091b73859c094" providerId="LiveId" clId="{59BFCC0A-7D56-4736-845F-85464F4463E6}" dt="2026-06-05T15:19:56.439" v="85"/>
          <ac:spMkLst>
            <pc:docMk/>
            <pc:sldMk cId="2242444243" sldId="371"/>
            <ac:spMk id="8" creationId="{C75BC60F-EB18-BC83-9511-9EFD865F8C8D}"/>
          </ac:spMkLst>
        </pc:spChg>
        <pc:picChg chg="add mod">
          <ac:chgData name="Rami Haidar" userId="798091b73859c094" providerId="LiveId" clId="{59BFCC0A-7D56-4736-845F-85464F4463E6}" dt="2026-06-07T14:26:15.128" v="1060"/>
          <ac:picMkLst>
            <pc:docMk/>
            <pc:sldMk cId="2242444243" sldId="371"/>
            <ac:picMk id="2" creationId="{3BA5FA5E-6D3F-6EF5-B986-1AABC9F56B86}"/>
          </ac:picMkLst>
        </pc:picChg>
      </pc:sldChg>
      <pc:sldChg chg="addSp delSp modSp new mod">
        <pc:chgData name="Rami Haidar" userId="798091b73859c094" providerId="LiveId" clId="{59BFCC0A-7D56-4736-845F-85464F4463E6}" dt="2026-06-07T14:26:16.402" v="1061"/>
        <pc:sldMkLst>
          <pc:docMk/>
          <pc:sldMk cId="260120450" sldId="372"/>
        </pc:sldMkLst>
        <pc:spChg chg="mod">
          <ac:chgData name="Rami Haidar" userId="798091b73859c094" providerId="LiveId" clId="{59BFCC0A-7D56-4736-845F-85464F4463E6}" dt="2026-06-05T15:15:34.345" v="64"/>
          <ac:spMkLst>
            <pc:docMk/>
            <pc:sldMk cId="260120450" sldId="372"/>
            <ac:spMk id="3" creationId="{4950C523-0550-8547-98F7-F879AFFCC42F}"/>
          </ac:spMkLst>
        </pc:spChg>
        <pc:spChg chg="add mod">
          <ac:chgData name="Rami Haidar" userId="798091b73859c094" providerId="LiveId" clId="{59BFCC0A-7D56-4736-845F-85464F4463E6}" dt="2026-06-05T15:15:39.646" v="65"/>
          <ac:spMkLst>
            <pc:docMk/>
            <pc:sldMk cId="260120450" sldId="372"/>
            <ac:spMk id="6" creationId="{8901EEE9-FB26-2059-4B1D-433933FAD52B}"/>
          </ac:spMkLst>
        </pc:spChg>
        <pc:spChg chg="add mod">
          <ac:chgData name="Rami Haidar" userId="798091b73859c094" providerId="LiveId" clId="{59BFCC0A-7D56-4736-845F-85464F4463E6}" dt="2026-06-05T15:16:23.407" v="68"/>
          <ac:spMkLst>
            <pc:docMk/>
            <pc:sldMk cId="260120450" sldId="372"/>
            <ac:spMk id="14" creationId="{B25D8B73-F7B5-3AD1-EC62-7401E3D283F2}"/>
          </ac:spMkLst>
        </pc:spChg>
        <pc:spChg chg="add mod">
          <ac:chgData name="Rami Haidar" userId="798091b73859c094" providerId="LiveId" clId="{59BFCC0A-7D56-4736-845F-85464F4463E6}" dt="2026-06-05T15:16:23.407" v="68"/>
          <ac:spMkLst>
            <pc:docMk/>
            <pc:sldMk cId="260120450" sldId="372"/>
            <ac:spMk id="15" creationId="{2E7F370E-8F68-8EA2-DED7-2176C435942A}"/>
          </ac:spMkLst>
        </pc:spChg>
        <pc:spChg chg="add mod">
          <ac:chgData name="Rami Haidar" userId="798091b73859c094" providerId="LiveId" clId="{59BFCC0A-7D56-4736-845F-85464F4463E6}" dt="2026-06-05T15:16:23.407" v="68"/>
          <ac:spMkLst>
            <pc:docMk/>
            <pc:sldMk cId="260120450" sldId="372"/>
            <ac:spMk id="16" creationId="{A4FA76A7-64E8-A778-A14F-4A4CC74C4175}"/>
          </ac:spMkLst>
        </pc:spChg>
        <pc:spChg chg="add mod">
          <ac:chgData name="Rami Haidar" userId="798091b73859c094" providerId="LiveId" clId="{59BFCC0A-7D56-4736-845F-85464F4463E6}" dt="2026-06-05T15:16:23.407" v="68"/>
          <ac:spMkLst>
            <pc:docMk/>
            <pc:sldMk cId="260120450" sldId="372"/>
            <ac:spMk id="17" creationId="{0EC4D70F-5AE3-CC7E-1624-94C3DE2EB064}"/>
          </ac:spMkLst>
        </pc:spChg>
        <pc:spChg chg="add mod">
          <ac:chgData name="Rami Haidar" userId="798091b73859c094" providerId="LiveId" clId="{59BFCC0A-7D56-4736-845F-85464F4463E6}" dt="2026-06-05T15:16:23.407" v="68"/>
          <ac:spMkLst>
            <pc:docMk/>
            <pc:sldMk cId="260120450" sldId="372"/>
            <ac:spMk id="18" creationId="{8994796A-D1DD-4881-990A-719A78A9B841}"/>
          </ac:spMkLst>
        </pc:spChg>
        <pc:spChg chg="add mod">
          <ac:chgData name="Rami Haidar" userId="798091b73859c094" providerId="LiveId" clId="{59BFCC0A-7D56-4736-845F-85464F4463E6}" dt="2026-06-05T15:16:23.407" v="68"/>
          <ac:spMkLst>
            <pc:docMk/>
            <pc:sldMk cId="260120450" sldId="372"/>
            <ac:spMk id="19" creationId="{AE6FC4C3-6007-E8E5-70B4-59AECF636ADE}"/>
          </ac:spMkLst>
        </pc:spChg>
        <pc:picChg chg="add mod">
          <ac:chgData name="Rami Haidar" userId="798091b73859c094" providerId="LiveId" clId="{59BFCC0A-7D56-4736-845F-85464F4463E6}" dt="2026-06-07T14:26:16.402" v="1061"/>
          <ac:picMkLst>
            <pc:docMk/>
            <pc:sldMk cId="260120450" sldId="372"/>
            <ac:picMk id="2" creationId="{279EE45D-283B-B758-7666-11ECAB42EE4D}"/>
          </ac:picMkLst>
        </pc:picChg>
      </pc:sldChg>
      <pc:sldChg chg="addSp delSp modSp new mod">
        <pc:chgData name="Rami Haidar" userId="798091b73859c094" providerId="LiveId" clId="{59BFCC0A-7D56-4736-845F-85464F4463E6}" dt="2026-06-07T14:26:20.906" v="1062"/>
        <pc:sldMkLst>
          <pc:docMk/>
          <pc:sldMk cId="2945176174" sldId="373"/>
        </pc:sldMkLst>
        <pc:spChg chg="mod">
          <ac:chgData name="Rami Haidar" userId="798091b73859c094" providerId="LiveId" clId="{59BFCC0A-7D56-4736-845F-85464F4463E6}" dt="2026-06-05T15:17:53.325" v="72"/>
          <ac:spMkLst>
            <pc:docMk/>
            <pc:sldMk cId="2945176174" sldId="373"/>
            <ac:spMk id="3" creationId="{6CEE6D9A-3A3C-E29A-1B73-E3D39F5BE143}"/>
          </ac:spMkLst>
        </pc:spChg>
        <pc:spChg chg="add mod">
          <ac:chgData name="Rami Haidar" userId="798091b73859c094" providerId="LiveId" clId="{59BFCC0A-7D56-4736-845F-85464F4463E6}" dt="2026-06-05T15:17:59.071" v="73"/>
          <ac:spMkLst>
            <pc:docMk/>
            <pc:sldMk cId="2945176174" sldId="373"/>
            <ac:spMk id="6" creationId="{A0D3942B-4967-84C3-8ED3-AB67252ECF73}"/>
          </ac:spMkLst>
        </pc:spChg>
        <pc:spChg chg="add mod">
          <ac:chgData name="Rami Haidar" userId="798091b73859c094" providerId="LiveId" clId="{59BFCC0A-7D56-4736-845F-85464F4463E6}" dt="2026-06-05T15:18:29.793" v="76" actId="1076"/>
          <ac:spMkLst>
            <pc:docMk/>
            <pc:sldMk cId="2945176174" sldId="373"/>
            <ac:spMk id="7" creationId="{DAFDC557-9D44-8158-FA9A-FD50C63A231A}"/>
          </ac:spMkLst>
        </pc:spChg>
        <pc:spChg chg="add mod">
          <ac:chgData name="Rami Haidar" userId="798091b73859c094" providerId="LiveId" clId="{59BFCC0A-7D56-4736-845F-85464F4463E6}" dt="2026-06-05T15:18:10.480" v="74"/>
          <ac:spMkLst>
            <pc:docMk/>
            <pc:sldMk cId="2945176174" sldId="373"/>
            <ac:spMk id="8" creationId="{46E557D1-DFE1-71E5-8E89-4DB64378A446}"/>
          </ac:spMkLst>
        </pc:spChg>
        <pc:spChg chg="add mod">
          <ac:chgData name="Rami Haidar" userId="798091b73859c094" providerId="LiveId" clId="{59BFCC0A-7D56-4736-845F-85464F4463E6}" dt="2026-06-05T15:18:10.480" v="74"/>
          <ac:spMkLst>
            <pc:docMk/>
            <pc:sldMk cId="2945176174" sldId="373"/>
            <ac:spMk id="9" creationId="{49854DC4-0A77-B84D-3F87-10BB60FCD24B}"/>
          </ac:spMkLst>
        </pc:spChg>
        <pc:spChg chg="add mod">
          <ac:chgData name="Rami Haidar" userId="798091b73859c094" providerId="LiveId" clId="{59BFCC0A-7D56-4736-845F-85464F4463E6}" dt="2026-06-05T15:18:10.480" v="74"/>
          <ac:spMkLst>
            <pc:docMk/>
            <pc:sldMk cId="2945176174" sldId="373"/>
            <ac:spMk id="10" creationId="{09093C87-2EC0-0729-AC80-643BE8135A30}"/>
          </ac:spMkLst>
        </pc:spChg>
        <pc:spChg chg="add mod">
          <ac:chgData name="Rami Haidar" userId="798091b73859c094" providerId="LiveId" clId="{59BFCC0A-7D56-4736-845F-85464F4463E6}" dt="2026-06-05T15:18:10.480" v="74"/>
          <ac:spMkLst>
            <pc:docMk/>
            <pc:sldMk cId="2945176174" sldId="373"/>
            <ac:spMk id="12" creationId="{88D5C2CF-503D-1E2B-C971-5654C615EAA0}"/>
          </ac:spMkLst>
        </pc:spChg>
        <pc:spChg chg="add mod">
          <ac:chgData name="Rami Haidar" userId="798091b73859c094" providerId="LiveId" clId="{59BFCC0A-7D56-4736-845F-85464F4463E6}" dt="2026-06-05T15:18:10.480" v="74"/>
          <ac:spMkLst>
            <pc:docMk/>
            <pc:sldMk cId="2945176174" sldId="373"/>
            <ac:spMk id="13" creationId="{D7BD1432-82EE-020A-39BB-5EA6D3693E62}"/>
          </ac:spMkLst>
        </pc:spChg>
        <pc:spChg chg="add mod">
          <ac:chgData name="Rami Haidar" userId="798091b73859c094" providerId="LiveId" clId="{59BFCC0A-7D56-4736-845F-85464F4463E6}" dt="2026-06-05T15:18:10.480" v="74"/>
          <ac:spMkLst>
            <pc:docMk/>
            <pc:sldMk cId="2945176174" sldId="373"/>
            <ac:spMk id="14" creationId="{29C47697-9540-0292-0DE1-1B069553B6CE}"/>
          </ac:spMkLst>
        </pc:spChg>
        <pc:spChg chg="add mod">
          <ac:chgData name="Rami Haidar" userId="798091b73859c094" providerId="LiveId" clId="{59BFCC0A-7D56-4736-845F-85464F4463E6}" dt="2026-06-05T15:18:10.480" v="74"/>
          <ac:spMkLst>
            <pc:docMk/>
            <pc:sldMk cId="2945176174" sldId="373"/>
            <ac:spMk id="15" creationId="{D6D18869-14C6-FA29-47EE-AF28CABE6589}"/>
          </ac:spMkLst>
        </pc:spChg>
        <pc:spChg chg="add mod">
          <ac:chgData name="Rami Haidar" userId="798091b73859c094" providerId="LiveId" clId="{59BFCC0A-7D56-4736-845F-85464F4463E6}" dt="2026-06-05T15:18:10.480" v="74"/>
          <ac:spMkLst>
            <pc:docMk/>
            <pc:sldMk cId="2945176174" sldId="373"/>
            <ac:spMk id="16" creationId="{1BF9A583-434C-D14B-4480-B67F334AEC4C}"/>
          </ac:spMkLst>
        </pc:spChg>
        <pc:spChg chg="add mod">
          <ac:chgData name="Rami Haidar" userId="798091b73859c094" providerId="LiveId" clId="{59BFCC0A-7D56-4736-845F-85464F4463E6}" dt="2026-06-05T15:18:10.480" v="74"/>
          <ac:spMkLst>
            <pc:docMk/>
            <pc:sldMk cId="2945176174" sldId="373"/>
            <ac:spMk id="17" creationId="{CD070B15-ABF5-1EE7-DBC7-DE43BD55AF98}"/>
          </ac:spMkLst>
        </pc:spChg>
        <pc:picChg chg="add mod">
          <ac:chgData name="Rami Haidar" userId="798091b73859c094" providerId="LiveId" clId="{59BFCC0A-7D56-4736-845F-85464F4463E6}" dt="2026-06-07T14:26:20.906" v="1062"/>
          <ac:picMkLst>
            <pc:docMk/>
            <pc:sldMk cId="2945176174" sldId="373"/>
            <ac:picMk id="2" creationId="{5415D5B5-5070-105B-9C37-024E9A5434D4}"/>
          </ac:picMkLst>
        </pc:picChg>
      </pc:sldChg>
      <pc:sldChg chg="addSp delSp modSp new mod">
        <pc:chgData name="Rami Haidar" userId="798091b73859c094" providerId="LiveId" clId="{59BFCC0A-7D56-4736-845F-85464F4463E6}" dt="2026-06-07T14:26:22.337" v="1063"/>
        <pc:sldMkLst>
          <pc:docMk/>
          <pc:sldMk cId="253783489" sldId="374"/>
        </pc:sldMkLst>
        <pc:spChg chg="add mod">
          <ac:chgData name="Rami Haidar" userId="798091b73859c094" providerId="LiveId" clId="{59BFCC0A-7D56-4736-845F-85464F4463E6}" dt="2026-06-05T15:19:41.727" v="82"/>
          <ac:spMkLst>
            <pc:docMk/>
            <pc:sldMk cId="253783489" sldId="374"/>
            <ac:spMk id="4" creationId="{B98B3211-6990-CEBE-74DA-96181152CA56}"/>
          </ac:spMkLst>
        </pc:spChg>
        <pc:spChg chg="add mod">
          <ac:chgData name="Rami Haidar" userId="798091b73859c094" providerId="LiveId" clId="{59BFCC0A-7D56-4736-845F-85464F4463E6}" dt="2026-06-05T15:19:41.727" v="82"/>
          <ac:spMkLst>
            <pc:docMk/>
            <pc:sldMk cId="253783489" sldId="374"/>
            <ac:spMk id="6" creationId="{B037C26A-7643-0B63-5841-A16EA4BC1788}"/>
          </ac:spMkLst>
        </pc:spChg>
        <pc:spChg chg="add mod">
          <ac:chgData name="Rami Haidar" userId="798091b73859c094" providerId="LiveId" clId="{59BFCC0A-7D56-4736-845F-85464F4463E6}" dt="2026-06-05T15:19:41.727" v="82"/>
          <ac:spMkLst>
            <pc:docMk/>
            <pc:sldMk cId="253783489" sldId="374"/>
            <ac:spMk id="7" creationId="{36AEEF11-5AE7-6B72-5BAA-D846DE51C8CA}"/>
          </ac:spMkLst>
        </pc:spChg>
        <pc:spChg chg="add mod">
          <ac:chgData name="Rami Haidar" userId="798091b73859c094" providerId="LiveId" clId="{59BFCC0A-7D56-4736-845F-85464F4463E6}" dt="2026-06-05T15:19:58.665" v="86"/>
          <ac:spMkLst>
            <pc:docMk/>
            <pc:sldMk cId="253783489" sldId="374"/>
            <ac:spMk id="8" creationId="{855D04C9-3B64-CB33-C5A9-2070685913A2}"/>
          </ac:spMkLst>
        </pc:spChg>
        <pc:spChg chg="add mod">
          <ac:chgData name="Rami Haidar" userId="798091b73859c094" providerId="LiveId" clId="{59BFCC0A-7D56-4736-845F-85464F4463E6}" dt="2026-06-05T16:07:18.585" v="217"/>
          <ac:spMkLst>
            <pc:docMk/>
            <pc:sldMk cId="253783489" sldId="374"/>
            <ac:spMk id="9" creationId="{C4530D43-7BBD-BF96-7105-BB641C14517F}"/>
          </ac:spMkLst>
        </pc:spChg>
        <pc:picChg chg="add mod">
          <ac:chgData name="Rami Haidar" userId="798091b73859c094" providerId="LiveId" clId="{59BFCC0A-7D56-4736-845F-85464F4463E6}" dt="2026-06-07T14:26:22.337" v="1063"/>
          <ac:picMkLst>
            <pc:docMk/>
            <pc:sldMk cId="253783489" sldId="374"/>
            <ac:picMk id="2" creationId="{7E99CF17-A22C-CC41-6FBC-72ED4691176B}"/>
          </ac:picMkLst>
        </pc:picChg>
      </pc:sldChg>
      <pc:sldChg chg="addSp modSp new mod">
        <pc:chgData name="Rami Haidar" userId="798091b73859c094" providerId="LiveId" clId="{59BFCC0A-7D56-4736-845F-85464F4463E6}" dt="2026-06-07T14:26:23.722" v="1064"/>
        <pc:sldMkLst>
          <pc:docMk/>
          <pc:sldMk cId="39462937" sldId="375"/>
        </pc:sldMkLst>
        <pc:spChg chg="mod">
          <ac:chgData name="Rami Haidar" userId="798091b73859c094" providerId="LiveId" clId="{59BFCC0A-7D56-4736-845F-85464F4463E6}" dt="2026-06-05T15:21:45.441" v="96" actId="20577"/>
          <ac:spMkLst>
            <pc:docMk/>
            <pc:sldMk cId="39462937" sldId="375"/>
            <ac:spMk id="2" creationId="{C8B98847-535E-2BF2-E940-D15C459AF1D0}"/>
          </ac:spMkLst>
        </pc:spChg>
        <pc:spChg chg="mod">
          <ac:chgData name="Rami Haidar" userId="798091b73859c094" providerId="LiveId" clId="{59BFCC0A-7D56-4736-845F-85464F4463E6}" dt="2026-06-05T15:20:18.620" v="88"/>
          <ac:spMkLst>
            <pc:docMk/>
            <pc:sldMk cId="39462937" sldId="375"/>
            <ac:spMk id="3" creationId="{8966ACC4-C18F-3F05-7AF3-A5C9C64D90BF}"/>
          </ac:spMkLst>
        </pc:spChg>
        <pc:spChg chg="add mod">
          <ac:chgData name="Rami Haidar" userId="798091b73859c094" providerId="LiveId" clId="{59BFCC0A-7D56-4736-845F-85464F4463E6}" dt="2026-06-05T15:20:23.418" v="89"/>
          <ac:spMkLst>
            <pc:docMk/>
            <pc:sldMk cId="39462937" sldId="375"/>
            <ac:spMk id="6" creationId="{9CE98D5B-5C81-189C-8C04-8CA41D32987C}"/>
          </ac:spMkLst>
        </pc:spChg>
        <pc:spChg chg="add mod">
          <ac:chgData name="Rami Haidar" userId="798091b73859c094" providerId="LiveId" clId="{59BFCC0A-7D56-4736-845F-85464F4463E6}" dt="2026-06-05T15:23:24.481" v="104"/>
          <ac:spMkLst>
            <pc:docMk/>
            <pc:sldMk cId="39462937" sldId="375"/>
            <ac:spMk id="8" creationId="{5D10C8E5-D4A5-A9FC-61FD-56E862718E5C}"/>
          </ac:spMkLst>
        </pc:spChg>
        <pc:picChg chg="add mod">
          <ac:chgData name="Rami Haidar" userId="798091b73859c094" providerId="LiveId" clId="{59BFCC0A-7D56-4736-845F-85464F4463E6}" dt="2026-06-05T15:20:41.393" v="91"/>
          <ac:picMkLst>
            <pc:docMk/>
            <pc:sldMk cId="39462937" sldId="375"/>
            <ac:picMk id="7" creationId="{9218FD77-A3AE-A476-67C9-F519B3060DEC}"/>
          </ac:picMkLst>
        </pc:picChg>
        <pc:picChg chg="add mod">
          <ac:chgData name="Rami Haidar" userId="798091b73859c094" providerId="LiveId" clId="{59BFCC0A-7D56-4736-845F-85464F4463E6}" dt="2026-06-07T14:26:23.722" v="1064"/>
          <ac:picMkLst>
            <pc:docMk/>
            <pc:sldMk cId="39462937" sldId="375"/>
            <ac:picMk id="9" creationId="{AF3C4330-7418-A8E2-9BF9-E3681EA456B7}"/>
          </ac:picMkLst>
        </pc:picChg>
      </pc:sldChg>
      <pc:sldChg chg="addSp delSp modSp new mod">
        <pc:chgData name="Rami Haidar" userId="798091b73859c094" providerId="LiveId" clId="{59BFCC0A-7D56-4736-845F-85464F4463E6}" dt="2026-06-07T14:26:25.121" v="1065"/>
        <pc:sldMkLst>
          <pc:docMk/>
          <pc:sldMk cId="2379784647" sldId="376"/>
        </pc:sldMkLst>
        <pc:spChg chg="mod">
          <ac:chgData name="Rami Haidar" userId="798091b73859c094" providerId="LiveId" clId="{59BFCC0A-7D56-4736-845F-85464F4463E6}" dt="2026-06-05T15:34:12.810" v="122" actId="1076"/>
          <ac:spMkLst>
            <pc:docMk/>
            <pc:sldMk cId="2379784647" sldId="376"/>
            <ac:spMk id="3" creationId="{19D1F631-C336-226A-C215-7889DB08BE93}"/>
          </ac:spMkLst>
        </pc:spChg>
        <pc:spChg chg="add mod">
          <ac:chgData name="Rami Haidar" userId="798091b73859c094" providerId="LiveId" clId="{59BFCC0A-7D56-4736-845F-85464F4463E6}" dt="2026-06-05T15:22:56.666" v="100"/>
          <ac:spMkLst>
            <pc:docMk/>
            <pc:sldMk cId="2379784647" sldId="376"/>
            <ac:spMk id="6" creationId="{7A93587D-F1EF-EF33-873E-25110F1EEEE9}"/>
          </ac:spMkLst>
        </pc:spChg>
        <pc:spChg chg="add mod">
          <ac:chgData name="Rami Haidar" userId="798091b73859c094" providerId="LiveId" clId="{59BFCC0A-7D56-4736-845F-85464F4463E6}" dt="2026-06-05T15:34:43.852" v="124" actId="1076"/>
          <ac:spMkLst>
            <pc:docMk/>
            <pc:sldMk cId="2379784647" sldId="376"/>
            <ac:spMk id="8" creationId="{9139C897-085E-9029-5185-BC4552B6DE9B}"/>
          </ac:spMkLst>
        </pc:spChg>
        <pc:spChg chg="add mod">
          <ac:chgData name="Rami Haidar" userId="798091b73859c094" providerId="LiveId" clId="{59BFCC0A-7D56-4736-845F-85464F4463E6}" dt="2026-06-05T15:23:25.824" v="105"/>
          <ac:spMkLst>
            <pc:docMk/>
            <pc:sldMk cId="2379784647" sldId="376"/>
            <ac:spMk id="9" creationId="{E9B05DFB-4C18-4974-BEAA-243BC4A70F46}"/>
          </ac:spMkLst>
        </pc:spChg>
        <pc:spChg chg="add mod">
          <ac:chgData name="Rami Haidar" userId="798091b73859c094" providerId="LiveId" clId="{59BFCC0A-7D56-4736-845F-85464F4463E6}" dt="2026-06-05T15:35:01.789" v="127" actId="1076"/>
          <ac:spMkLst>
            <pc:docMk/>
            <pc:sldMk cId="2379784647" sldId="376"/>
            <ac:spMk id="10" creationId="{2E5457B7-0AC4-DD01-C8EA-BAD940BF4C0E}"/>
          </ac:spMkLst>
        </pc:spChg>
        <pc:spChg chg="add mod">
          <ac:chgData name="Rami Haidar" userId="798091b73859c094" providerId="LiveId" clId="{59BFCC0A-7D56-4736-845F-85464F4463E6}" dt="2026-06-05T15:35:01.789" v="127" actId="1076"/>
          <ac:spMkLst>
            <pc:docMk/>
            <pc:sldMk cId="2379784647" sldId="376"/>
            <ac:spMk id="11" creationId="{5D335279-C060-A845-2A03-BBE17E14AE91}"/>
          </ac:spMkLst>
        </pc:spChg>
        <pc:spChg chg="add mod">
          <ac:chgData name="Rami Haidar" userId="798091b73859c094" providerId="LiveId" clId="{59BFCC0A-7D56-4736-845F-85464F4463E6}" dt="2026-06-05T15:35:07.003" v="128" actId="1076"/>
          <ac:spMkLst>
            <pc:docMk/>
            <pc:sldMk cId="2379784647" sldId="376"/>
            <ac:spMk id="12" creationId="{43A6B95E-FE46-AC7D-31A3-E67411855FF9}"/>
          </ac:spMkLst>
        </pc:spChg>
        <pc:spChg chg="add mod">
          <ac:chgData name="Rami Haidar" userId="798091b73859c094" providerId="LiveId" clId="{59BFCC0A-7D56-4736-845F-85464F4463E6}" dt="2026-06-05T15:35:07.003" v="128" actId="1076"/>
          <ac:spMkLst>
            <pc:docMk/>
            <pc:sldMk cId="2379784647" sldId="376"/>
            <ac:spMk id="13" creationId="{FC37067E-6331-A05D-0AE4-5AD6D3FE78B7}"/>
          </ac:spMkLst>
        </pc:spChg>
        <pc:spChg chg="add mod">
          <ac:chgData name="Rami Haidar" userId="798091b73859c094" providerId="LiveId" clId="{59BFCC0A-7D56-4736-845F-85464F4463E6}" dt="2026-06-05T15:35:30.280" v="133" actId="1076"/>
          <ac:spMkLst>
            <pc:docMk/>
            <pc:sldMk cId="2379784647" sldId="376"/>
            <ac:spMk id="14" creationId="{C7EA3560-AE9F-60B2-7ADB-07AE22E9468B}"/>
          </ac:spMkLst>
        </pc:spChg>
        <pc:spChg chg="add mod">
          <ac:chgData name="Rami Haidar" userId="798091b73859c094" providerId="LiveId" clId="{59BFCC0A-7D56-4736-845F-85464F4463E6}" dt="2026-06-05T15:35:30.280" v="133" actId="1076"/>
          <ac:spMkLst>
            <pc:docMk/>
            <pc:sldMk cId="2379784647" sldId="376"/>
            <ac:spMk id="15" creationId="{A3B89FF8-CBAC-7E11-8687-672055296F31}"/>
          </ac:spMkLst>
        </pc:spChg>
        <pc:spChg chg="add mod">
          <ac:chgData name="Rami Haidar" userId="798091b73859c094" providerId="LiveId" clId="{59BFCC0A-7D56-4736-845F-85464F4463E6}" dt="2026-06-05T15:35:36.570" v="134" actId="1076"/>
          <ac:spMkLst>
            <pc:docMk/>
            <pc:sldMk cId="2379784647" sldId="376"/>
            <ac:spMk id="16" creationId="{1CB3AEA4-6838-54AD-16E8-DF328241B5F3}"/>
          </ac:spMkLst>
        </pc:spChg>
        <pc:spChg chg="add mod">
          <ac:chgData name="Rami Haidar" userId="798091b73859c094" providerId="LiveId" clId="{59BFCC0A-7D56-4736-845F-85464F4463E6}" dt="2026-06-05T15:23:45.916" v="108"/>
          <ac:spMkLst>
            <pc:docMk/>
            <pc:sldMk cId="2379784647" sldId="376"/>
            <ac:spMk id="17" creationId="{96556271-6D39-0728-6313-A61D2FB7223F}"/>
          </ac:spMkLst>
        </pc:spChg>
        <pc:graphicFrameChg chg="add mod">
          <ac:chgData name="Rami Haidar" userId="798091b73859c094" providerId="LiveId" clId="{59BFCC0A-7D56-4736-845F-85464F4463E6}" dt="2026-06-05T15:34:33.323" v="123" actId="1076"/>
          <ac:graphicFrameMkLst>
            <pc:docMk/>
            <pc:sldMk cId="2379784647" sldId="376"/>
            <ac:graphicFrameMk id="7" creationId="{599C6C64-5F6A-69B7-AEBF-0A5519A68D51}"/>
          </ac:graphicFrameMkLst>
        </pc:graphicFrameChg>
        <pc:picChg chg="add mod">
          <ac:chgData name="Rami Haidar" userId="798091b73859c094" providerId="LiveId" clId="{59BFCC0A-7D56-4736-845F-85464F4463E6}" dt="2026-06-07T14:26:25.121" v="1065"/>
          <ac:picMkLst>
            <pc:docMk/>
            <pc:sldMk cId="2379784647" sldId="376"/>
            <ac:picMk id="2" creationId="{1D5EFF91-890F-AC54-4030-6D247D3D377A}"/>
          </ac:picMkLst>
        </pc:picChg>
      </pc:sldChg>
      <pc:sldChg chg="addSp modSp new mod">
        <pc:chgData name="Rami Haidar" userId="798091b73859c094" providerId="LiveId" clId="{59BFCC0A-7D56-4736-845F-85464F4463E6}" dt="2026-06-07T14:26:26.923" v="1066"/>
        <pc:sldMkLst>
          <pc:docMk/>
          <pc:sldMk cId="485464270" sldId="377"/>
        </pc:sldMkLst>
        <pc:spChg chg="mod">
          <ac:chgData name="Rami Haidar" userId="798091b73859c094" providerId="LiveId" clId="{59BFCC0A-7D56-4736-845F-85464F4463E6}" dt="2026-06-05T18:28:29.118" v="961"/>
          <ac:spMkLst>
            <pc:docMk/>
            <pc:sldMk cId="485464270" sldId="377"/>
            <ac:spMk id="2" creationId="{8AEB3F83-4E29-EF8B-A266-635DC74B8342}"/>
          </ac:spMkLst>
        </pc:spChg>
        <pc:spChg chg="mod">
          <ac:chgData name="Rami Haidar" userId="798091b73859c094" providerId="LiveId" clId="{59BFCC0A-7D56-4736-845F-85464F4463E6}" dt="2026-06-05T18:29:11.916" v="972" actId="20577"/>
          <ac:spMkLst>
            <pc:docMk/>
            <pc:sldMk cId="485464270" sldId="377"/>
            <ac:spMk id="3" creationId="{FA256A86-A0C6-43AE-C40A-AFD283993F32}"/>
          </ac:spMkLst>
        </pc:spChg>
        <pc:spChg chg="add mod">
          <ac:chgData name="Rami Haidar" userId="798091b73859c094" providerId="LiveId" clId="{59BFCC0A-7D56-4736-845F-85464F4463E6}" dt="2026-06-05T15:37:33.634" v="138"/>
          <ac:spMkLst>
            <pc:docMk/>
            <pc:sldMk cId="485464270" sldId="377"/>
            <ac:spMk id="6" creationId="{E7E9D4B5-D43A-7003-E4CA-6FAA90F65E42}"/>
          </ac:spMkLst>
        </pc:spChg>
        <pc:spChg chg="add mod">
          <ac:chgData name="Rami Haidar" userId="798091b73859c094" providerId="LiveId" clId="{59BFCC0A-7D56-4736-845F-85464F4463E6}" dt="2026-06-05T15:39:10.276" v="155"/>
          <ac:spMkLst>
            <pc:docMk/>
            <pc:sldMk cId="485464270" sldId="377"/>
            <ac:spMk id="8" creationId="{1C4E2DCC-C532-FD68-B81F-E8CBF4E3B02B}"/>
          </ac:spMkLst>
        </pc:spChg>
        <pc:spChg chg="add mod">
          <ac:chgData name="Rami Haidar" userId="798091b73859c094" providerId="LiveId" clId="{59BFCC0A-7D56-4736-845F-85464F4463E6}" dt="2026-06-07T13:31:01.152" v="1020" actId="20577"/>
          <ac:spMkLst>
            <pc:docMk/>
            <pc:sldMk cId="485464270" sldId="377"/>
            <ac:spMk id="9" creationId="{5BE71EB7-4DBE-98D7-F53A-EEB02D324275}"/>
          </ac:spMkLst>
        </pc:spChg>
        <pc:spChg chg="add mod">
          <ac:chgData name="Rami Haidar" userId="798091b73859c094" providerId="LiveId" clId="{59BFCC0A-7D56-4736-845F-85464F4463E6}" dt="2026-06-05T17:39:14.783" v="736" actId="1076"/>
          <ac:spMkLst>
            <pc:docMk/>
            <pc:sldMk cId="485464270" sldId="377"/>
            <ac:spMk id="10" creationId="{8F4C93E9-85D3-7540-EE4B-494A36A65FAE}"/>
          </ac:spMkLst>
        </pc:spChg>
        <pc:spChg chg="add mod">
          <ac:chgData name="Rami Haidar" userId="798091b73859c094" providerId="LiveId" clId="{59BFCC0A-7D56-4736-845F-85464F4463E6}" dt="2026-06-05T15:46:25.961" v="206" actId="1076"/>
          <ac:spMkLst>
            <pc:docMk/>
            <pc:sldMk cId="485464270" sldId="377"/>
            <ac:spMk id="11" creationId="{3CA3FDF1-F58A-C158-B0C7-F28285DFF6BA}"/>
          </ac:spMkLst>
        </pc:spChg>
        <pc:picChg chg="add mod">
          <ac:chgData name="Rami Haidar" userId="798091b73859c094" providerId="LiveId" clId="{59BFCC0A-7D56-4736-845F-85464F4463E6}" dt="2026-06-05T15:39:30.550" v="159" actId="1076"/>
          <ac:picMkLst>
            <pc:docMk/>
            <pc:sldMk cId="485464270" sldId="377"/>
            <ac:picMk id="7" creationId="{01F2A3E9-9297-6620-3428-47FF00E0B80E}"/>
          </ac:picMkLst>
        </pc:picChg>
        <pc:picChg chg="add mod">
          <ac:chgData name="Rami Haidar" userId="798091b73859c094" providerId="LiveId" clId="{59BFCC0A-7D56-4736-845F-85464F4463E6}" dt="2026-06-07T14:26:26.923" v="1066"/>
          <ac:picMkLst>
            <pc:docMk/>
            <pc:sldMk cId="485464270" sldId="377"/>
            <ac:picMk id="12" creationId="{600147DD-C6BF-50EE-062B-252A94FE2D0B}"/>
          </ac:picMkLst>
        </pc:picChg>
      </pc:sldChg>
      <pc:sldChg chg="addSp delSp modSp new mod">
        <pc:chgData name="Rami Haidar" userId="798091b73859c094" providerId="LiveId" clId="{59BFCC0A-7D56-4736-845F-85464F4463E6}" dt="2026-06-07T14:26:28.706" v="1067"/>
        <pc:sldMkLst>
          <pc:docMk/>
          <pc:sldMk cId="2480365736" sldId="379"/>
        </pc:sldMkLst>
        <pc:spChg chg="add mod">
          <ac:chgData name="Rami Haidar" userId="798091b73859c094" providerId="LiveId" clId="{59BFCC0A-7D56-4736-845F-85464F4463E6}" dt="2026-06-05T16:07:38.826" v="221"/>
          <ac:spMkLst>
            <pc:docMk/>
            <pc:sldMk cId="2480365736" sldId="379"/>
            <ac:spMk id="4" creationId="{B1C39DFD-58F2-60CD-910F-DC381B69C5BE}"/>
          </ac:spMkLst>
        </pc:spChg>
        <pc:spChg chg="add mod">
          <ac:chgData name="Rami Haidar" userId="798091b73859c094" providerId="LiveId" clId="{59BFCC0A-7D56-4736-845F-85464F4463E6}" dt="2026-06-05T16:07:38.826" v="221"/>
          <ac:spMkLst>
            <pc:docMk/>
            <pc:sldMk cId="2480365736" sldId="379"/>
            <ac:spMk id="6" creationId="{88AFA117-1D6A-27C2-BD38-D2704C84AF90}"/>
          </ac:spMkLst>
        </pc:spChg>
        <pc:spChg chg="add mod">
          <ac:chgData name="Rami Haidar" userId="798091b73859c094" providerId="LiveId" clId="{59BFCC0A-7D56-4736-845F-85464F4463E6}" dt="2026-06-05T16:07:38.826" v="221"/>
          <ac:spMkLst>
            <pc:docMk/>
            <pc:sldMk cId="2480365736" sldId="379"/>
            <ac:spMk id="7" creationId="{B4F38434-E8A9-3F99-CE4C-D042845E396F}"/>
          </ac:spMkLst>
        </pc:spChg>
        <pc:spChg chg="add mod">
          <ac:chgData name="Rami Haidar" userId="798091b73859c094" providerId="LiveId" clId="{59BFCC0A-7D56-4736-845F-85464F4463E6}" dt="2026-06-05T16:07:49.188" v="223"/>
          <ac:spMkLst>
            <pc:docMk/>
            <pc:sldMk cId="2480365736" sldId="379"/>
            <ac:spMk id="8" creationId="{DE7B8D30-4C9E-3297-B838-08F115D60636}"/>
          </ac:spMkLst>
        </pc:spChg>
        <pc:spChg chg="add mod">
          <ac:chgData name="Rami Haidar" userId="798091b73859c094" providerId="LiveId" clId="{59BFCC0A-7D56-4736-845F-85464F4463E6}" dt="2026-06-05T16:07:49.188" v="223"/>
          <ac:spMkLst>
            <pc:docMk/>
            <pc:sldMk cId="2480365736" sldId="379"/>
            <ac:spMk id="9" creationId="{4BB87752-A8F1-4FA0-8F85-38006C4617D7}"/>
          </ac:spMkLst>
        </pc:spChg>
        <pc:picChg chg="add mod">
          <ac:chgData name="Rami Haidar" userId="798091b73859c094" providerId="LiveId" clId="{59BFCC0A-7D56-4736-845F-85464F4463E6}" dt="2026-06-07T14:26:28.706" v="1067"/>
          <ac:picMkLst>
            <pc:docMk/>
            <pc:sldMk cId="2480365736" sldId="379"/>
            <ac:picMk id="2" creationId="{F34AD2C2-28F7-2B3F-E145-F5AED42EBE8E}"/>
          </ac:picMkLst>
        </pc:picChg>
      </pc:sldChg>
      <pc:sldChg chg="addSp delSp modSp new mod">
        <pc:chgData name="Rami Haidar" userId="798091b73859c094" providerId="LiveId" clId="{59BFCC0A-7D56-4736-845F-85464F4463E6}" dt="2026-06-07T14:26:34.274" v="1068"/>
        <pc:sldMkLst>
          <pc:docMk/>
          <pc:sldMk cId="3886550421" sldId="380"/>
        </pc:sldMkLst>
        <pc:spChg chg="mod">
          <ac:chgData name="Rami Haidar" userId="798091b73859c094" providerId="LiveId" clId="{59BFCC0A-7D56-4736-845F-85464F4463E6}" dt="2026-06-05T16:50:52.866" v="493" actId="6549"/>
          <ac:spMkLst>
            <pc:docMk/>
            <pc:sldMk cId="3886550421" sldId="380"/>
            <ac:spMk id="2" creationId="{8A963A81-7993-15FF-77D3-15B7A0A5E071}"/>
          </ac:spMkLst>
        </pc:spChg>
        <pc:spChg chg="mod">
          <ac:chgData name="Rami Haidar" userId="798091b73859c094" providerId="LiveId" clId="{59BFCC0A-7D56-4736-845F-85464F4463E6}" dt="2026-06-05T16:08:18.233" v="238" actId="20577"/>
          <ac:spMkLst>
            <pc:docMk/>
            <pc:sldMk cId="3886550421" sldId="380"/>
            <ac:spMk id="3" creationId="{BA410C50-DFD1-ACBA-B209-A829EA2F2269}"/>
          </ac:spMkLst>
        </pc:spChg>
        <pc:spChg chg="mod">
          <ac:chgData name="Rami Haidar" userId="798091b73859c094" providerId="LiveId" clId="{59BFCC0A-7D56-4736-845F-85464F4463E6}" dt="2026-06-05T16:40:25.424" v="419"/>
          <ac:spMkLst>
            <pc:docMk/>
            <pc:sldMk cId="3886550421" sldId="380"/>
            <ac:spMk id="5" creationId="{51C244A6-C299-20F2-B438-C110FE5CB4A3}"/>
          </ac:spMkLst>
        </pc:spChg>
        <pc:spChg chg="add mod">
          <ac:chgData name="Rami Haidar" userId="798091b73859c094" providerId="LiveId" clId="{59BFCC0A-7D56-4736-845F-85464F4463E6}" dt="2026-06-05T16:08:23.364" v="239"/>
          <ac:spMkLst>
            <pc:docMk/>
            <pc:sldMk cId="3886550421" sldId="380"/>
            <ac:spMk id="6" creationId="{764E35B9-5835-D57A-F8CD-8BF64983A249}"/>
          </ac:spMkLst>
        </pc:spChg>
        <pc:spChg chg="add mod">
          <ac:chgData name="Rami Haidar" userId="798091b73859c094" providerId="LiveId" clId="{59BFCC0A-7D56-4736-845F-85464F4463E6}" dt="2026-06-05T16:09:34.954" v="248" actId="1076"/>
          <ac:spMkLst>
            <pc:docMk/>
            <pc:sldMk cId="3886550421" sldId="380"/>
            <ac:spMk id="7" creationId="{DE9EAF93-99E2-5CD3-9B3B-38A90D542EB4}"/>
          </ac:spMkLst>
        </pc:spChg>
        <pc:spChg chg="add mod">
          <ac:chgData name="Rami Haidar" userId="798091b73859c094" providerId="LiveId" clId="{59BFCC0A-7D56-4736-845F-85464F4463E6}" dt="2026-06-05T16:09:34.954" v="248" actId="1076"/>
          <ac:spMkLst>
            <pc:docMk/>
            <pc:sldMk cId="3886550421" sldId="380"/>
            <ac:spMk id="8" creationId="{20949C86-7D84-57BB-143D-6AE36E71244F}"/>
          </ac:spMkLst>
        </pc:spChg>
        <pc:spChg chg="add mod">
          <ac:chgData name="Rami Haidar" userId="798091b73859c094" providerId="LiveId" clId="{59BFCC0A-7D56-4736-845F-85464F4463E6}" dt="2026-06-05T16:09:40.693" v="249" actId="1076"/>
          <ac:spMkLst>
            <pc:docMk/>
            <pc:sldMk cId="3886550421" sldId="380"/>
            <ac:spMk id="10" creationId="{D17E5747-0F03-0EFC-C5AD-23837F60A2A0}"/>
          </ac:spMkLst>
        </pc:spChg>
        <pc:spChg chg="add mod">
          <ac:chgData name="Rami Haidar" userId="798091b73859c094" providerId="LiveId" clId="{59BFCC0A-7D56-4736-845F-85464F4463E6}" dt="2026-06-05T16:09:51.822" v="252" actId="1076"/>
          <ac:spMkLst>
            <pc:docMk/>
            <pc:sldMk cId="3886550421" sldId="380"/>
            <ac:spMk id="11" creationId="{98BC3996-2587-0BBE-24A9-9879AE0E0E4F}"/>
          </ac:spMkLst>
        </pc:spChg>
        <pc:spChg chg="add mod">
          <ac:chgData name="Rami Haidar" userId="798091b73859c094" providerId="LiveId" clId="{59BFCC0A-7D56-4736-845F-85464F4463E6}" dt="2026-06-05T16:10:07.109" v="254" actId="1076"/>
          <ac:spMkLst>
            <pc:docMk/>
            <pc:sldMk cId="3886550421" sldId="380"/>
            <ac:spMk id="13" creationId="{47F51419-CBC7-7176-C375-0750E7FA2E01}"/>
          </ac:spMkLst>
        </pc:spChg>
        <pc:spChg chg="add mod">
          <ac:chgData name="Rami Haidar" userId="798091b73859c094" providerId="LiveId" clId="{59BFCC0A-7D56-4736-845F-85464F4463E6}" dt="2026-06-05T16:09:19.238" v="245"/>
          <ac:spMkLst>
            <pc:docMk/>
            <pc:sldMk cId="3886550421" sldId="380"/>
            <ac:spMk id="16" creationId="{1CCCB29C-7E41-7598-05DC-EDA9AA19534E}"/>
          </ac:spMkLst>
        </pc:spChg>
        <pc:spChg chg="add mod">
          <ac:chgData name="Rami Haidar" userId="798091b73859c094" providerId="LiveId" clId="{59BFCC0A-7D56-4736-845F-85464F4463E6}" dt="2026-06-05T16:10:18.923" v="256" actId="1076"/>
          <ac:spMkLst>
            <pc:docMk/>
            <pc:sldMk cId="3886550421" sldId="380"/>
            <ac:spMk id="19" creationId="{DA50D803-EDC0-4D4C-F45A-8110EAE16DCC}"/>
          </ac:spMkLst>
        </pc:spChg>
        <pc:spChg chg="add mod">
          <ac:chgData name="Rami Haidar" userId="798091b73859c094" providerId="LiveId" clId="{59BFCC0A-7D56-4736-845F-85464F4463E6}" dt="2026-06-05T16:22:16.065" v="362" actId="1076"/>
          <ac:spMkLst>
            <pc:docMk/>
            <pc:sldMk cId="3886550421" sldId="380"/>
            <ac:spMk id="21" creationId="{587CAC48-B13E-D9A3-F9E1-4716AF2527BB}"/>
          </ac:spMkLst>
        </pc:spChg>
        <pc:spChg chg="add mod">
          <ac:chgData name="Rami Haidar" userId="798091b73859c094" providerId="LiveId" clId="{59BFCC0A-7D56-4736-845F-85464F4463E6}" dt="2026-06-05T16:39:14.057" v="417" actId="1076"/>
          <ac:spMkLst>
            <pc:docMk/>
            <pc:sldMk cId="3886550421" sldId="380"/>
            <ac:spMk id="22" creationId="{1C8282B1-8C16-0203-D559-A86946894BE8}"/>
          </ac:spMkLst>
        </pc:spChg>
        <pc:spChg chg="add mod">
          <ac:chgData name="Rami Haidar" userId="798091b73859c094" providerId="LiveId" clId="{59BFCC0A-7D56-4736-845F-85464F4463E6}" dt="2026-06-05T16:23:52.342" v="376" actId="1076"/>
          <ac:spMkLst>
            <pc:docMk/>
            <pc:sldMk cId="3886550421" sldId="380"/>
            <ac:spMk id="23" creationId="{05F03A2F-D2D6-A8C1-EA5C-C29187ACC261}"/>
          </ac:spMkLst>
        </pc:spChg>
        <pc:spChg chg="add mod">
          <ac:chgData name="Rami Haidar" userId="798091b73859c094" providerId="LiveId" clId="{59BFCC0A-7D56-4736-845F-85464F4463E6}" dt="2026-06-05T16:24:09.756" v="383" actId="1076"/>
          <ac:spMkLst>
            <pc:docMk/>
            <pc:sldMk cId="3886550421" sldId="380"/>
            <ac:spMk id="24" creationId="{F5B7A775-8DA1-72F6-10DA-0B071485F24D}"/>
          </ac:spMkLst>
        </pc:spChg>
        <pc:spChg chg="mod">
          <ac:chgData name="Rami Haidar" userId="798091b73859c094" providerId="LiveId" clId="{59BFCC0A-7D56-4736-845F-85464F4463E6}" dt="2026-06-05T16:24:13.081" v="384" actId="1076"/>
          <ac:spMkLst>
            <pc:docMk/>
            <pc:sldMk cId="3886550421" sldId="380"/>
            <ac:spMk id="25" creationId="{EB46900E-2A99-8842-E3CD-6AA00E7BDAB2}"/>
          </ac:spMkLst>
        </pc:spChg>
        <pc:spChg chg="add mod">
          <ac:chgData name="Rami Haidar" userId="798091b73859c094" providerId="LiveId" clId="{59BFCC0A-7D56-4736-845F-85464F4463E6}" dt="2026-06-05T16:25:34.424" v="391" actId="1076"/>
          <ac:spMkLst>
            <pc:docMk/>
            <pc:sldMk cId="3886550421" sldId="380"/>
            <ac:spMk id="26" creationId="{661ECF2C-421D-41B9-7698-E805F46DC813}"/>
          </ac:spMkLst>
        </pc:spChg>
        <pc:spChg chg="add mod">
          <ac:chgData name="Rami Haidar" userId="798091b73859c094" providerId="LiveId" clId="{59BFCC0A-7D56-4736-845F-85464F4463E6}" dt="2026-06-05T16:23:29.644" v="372" actId="1076"/>
          <ac:spMkLst>
            <pc:docMk/>
            <pc:sldMk cId="3886550421" sldId="380"/>
            <ac:spMk id="28" creationId="{8908B589-563A-2E20-E81D-5A5A430F1C65}"/>
          </ac:spMkLst>
        </pc:spChg>
        <pc:spChg chg="mod">
          <ac:chgData name="Rami Haidar" userId="798091b73859c094" providerId="LiveId" clId="{59BFCC0A-7D56-4736-845F-85464F4463E6}" dt="2026-06-05T16:23:34.456" v="373" actId="1076"/>
          <ac:spMkLst>
            <pc:docMk/>
            <pc:sldMk cId="3886550421" sldId="380"/>
            <ac:spMk id="29" creationId="{92B2F164-F07A-7E5C-7080-A5D4699E18E1}"/>
          </ac:spMkLst>
        </pc:spChg>
        <pc:spChg chg="add mod">
          <ac:chgData name="Rami Haidar" userId="798091b73859c094" providerId="LiveId" clId="{59BFCC0A-7D56-4736-845F-85464F4463E6}" dt="2026-06-05T16:17:05.844" v="300" actId="1076"/>
          <ac:spMkLst>
            <pc:docMk/>
            <pc:sldMk cId="3886550421" sldId="380"/>
            <ac:spMk id="31" creationId="{9660AFD1-72D9-1FFF-C42F-4D9B2E0D55C8}"/>
          </ac:spMkLst>
        </pc:spChg>
        <pc:spChg chg="mod">
          <ac:chgData name="Rami Haidar" userId="798091b73859c094" providerId="LiveId" clId="{59BFCC0A-7D56-4736-845F-85464F4463E6}" dt="2026-06-05T16:21:38.728" v="353" actId="1076"/>
          <ac:spMkLst>
            <pc:docMk/>
            <pc:sldMk cId="3886550421" sldId="380"/>
            <ac:spMk id="32" creationId="{68BA6460-5EB5-03D3-1E7D-553733DC7097}"/>
          </ac:spMkLst>
        </pc:spChg>
        <pc:spChg chg="add mod">
          <ac:chgData name="Rami Haidar" userId="798091b73859c094" providerId="LiveId" clId="{59BFCC0A-7D56-4736-845F-85464F4463E6}" dt="2026-06-05T16:18:27.910" v="311" actId="1076"/>
          <ac:spMkLst>
            <pc:docMk/>
            <pc:sldMk cId="3886550421" sldId="380"/>
            <ac:spMk id="34" creationId="{3A2C2260-FC52-893B-810F-87608E6F4BFA}"/>
          </ac:spMkLst>
        </pc:spChg>
        <pc:spChg chg="add mod">
          <ac:chgData name="Rami Haidar" userId="798091b73859c094" providerId="LiveId" clId="{59BFCC0A-7D56-4736-845F-85464F4463E6}" dt="2026-06-05T16:43:05.070" v="464" actId="1076"/>
          <ac:spMkLst>
            <pc:docMk/>
            <pc:sldMk cId="3886550421" sldId="380"/>
            <ac:spMk id="36" creationId="{5078E999-4B7D-9B2D-A699-B3701A830F94}"/>
          </ac:spMkLst>
        </pc:spChg>
        <pc:spChg chg="add mod">
          <ac:chgData name="Rami Haidar" userId="798091b73859c094" providerId="LiveId" clId="{59BFCC0A-7D56-4736-845F-85464F4463E6}" dt="2026-06-05T16:24:41.588" v="390" actId="1076"/>
          <ac:spMkLst>
            <pc:docMk/>
            <pc:sldMk cId="3886550421" sldId="380"/>
            <ac:spMk id="40" creationId="{C8F1C13F-7F50-C8CB-94D8-DBF263AF86C3}"/>
          </ac:spMkLst>
        </pc:spChg>
        <pc:spChg chg="add mod">
          <ac:chgData name="Rami Haidar" userId="798091b73859c094" providerId="LiveId" clId="{59BFCC0A-7D56-4736-845F-85464F4463E6}" dt="2026-06-05T16:21:35.428" v="352" actId="1076"/>
          <ac:spMkLst>
            <pc:docMk/>
            <pc:sldMk cId="3886550421" sldId="380"/>
            <ac:spMk id="77" creationId="{94250E79-C06F-690B-072E-E91C5AB8DC39}"/>
          </ac:spMkLst>
        </pc:spChg>
        <pc:spChg chg="add mod">
          <ac:chgData name="Rami Haidar" userId="798091b73859c094" providerId="LiveId" clId="{59BFCC0A-7D56-4736-845F-85464F4463E6}" dt="2026-06-05T16:41:10.548" v="438" actId="1076"/>
          <ac:spMkLst>
            <pc:docMk/>
            <pc:sldMk cId="3886550421" sldId="380"/>
            <ac:spMk id="93" creationId="{10F80197-B0DE-1124-23E8-E36B7845E583}"/>
          </ac:spMkLst>
        </pc:spChg>
        <pc:picChg chg="add mod">
          <ac:chgData name="Rami Haidar" userId="798091b73859c094" providerId="LiveId" clId="{59BFCC0A-7D56-4736-845F-85464F4463E6}" dt="2026-06-07T14:26:34.274" v="1068"/>
          <ac:picMkLst>
            <pc:docMk/>
            <pc:sldMk cId="3886550421" sldId="380"/>
            <ac:picMk id="14" creationId="{4FE52174-EBB9-E9F5-7F22-CBB3F8D44D90}"/>
          </ac:picMkLst>
        </pc:picChg>
        <pc:cxnChg chg="add mod">
          <ac:chgData name="Rami Haidar" userId="798091b73859c094" providerId="LiveId" clId="{59BFCC0A-7D56-4736-845F-85464F4463E6}" dt="2026-06-05T16:09:45.986" v="250" actId="1076"/>
          <ac:cxnSpMkLst>
            <pc:docMk/>
            <pc:sldMk cId="3886550421" sldId="380"/>
            <ac:cxnSpMk id="9" creationId="{18026624-346C-7200-BBD8-F3B691508308}"/>
          </ac:cxnSpMkLst>
        </pc:cxnChg>
        <pc:cxnChg chg="add mod">
          <ac:chgData name="Rami Haidar" userId="798091b73859c094" providerId="LiveId" clId="{59BFCC0A-7D56-4736-845F-85464F4463E6}" dt="2026-06-05T16:09:58.063" v="253" actId="1076"/>
          <ac:cxnSpMkLst>
            <pc:docMk/>
            <pc:sldMk cId="3886550421" sldId="380"/>
            <ac:cxnSpMk id="12" creationId="{D8FCB46D-AB86-683B-EA7C-224D05591509}"/>
          </ac:cxnSpMkLst>
        </pc:cxnChg>
        <pc:cxnChg chg="mod">
          <ac:chgData name="Rami Haidar" userId="798091b73859c094" providerId="LiveId" clId="{59BFCC0A-7D56-4736-845F-85464F4463E6}" dt="2026-06-05T16:24:20.869" v="388" actId="14100"/>
          <ac:cxnSpMkLst>
            <pc:docMk/>
            <pc:sldMk cId="3886550421" sldId="380"/>
            <ac:cxnSpMk id="27" creationId="{6B28C22C-0E32-9E43-3B14-D9DCD7A36AFA}"/>
          </ac:cxnSpMkLst>
        </pc:cxnChg>
        <pc:cxnChg chg="mod">
          <ac:chgData name="Rami Haidar" userId="798091b73859c094" providerId="LiveId" clId="{59BFCC0A-7D56-4736-845F-85464F4463E6}" dt="2026-06-05T16:23:04.645" v="367" actId="14100"/>
          <ac:cxnSpMkLst>
            <pc:docMk/>
            <pc:sldMk cId="3886550421" sldId="380"/>
            <ac:cxnSpMk id="30" creationId="{293A7B19-E582-7C47-F5EA-9327B1EC70DA}"/>
          </ac:cxnSpMkLst>
        </pc:cxnChg>
        <pc:cxnChg chg="mod ord">
          <ac:chgData name="Rami Haidar" userId="798091b73859c094" providerId="LiveId" clId="{59BFCC0A-7D56-4736-845F-85464F4463E6}" dt="2026-06-05T16:17:25.269" v="306" actId="1076"/>
          <ac:cxnSpMkLst>
            <pc:docMk/>
            <pc:sldMk cId="3886550421" sldId="380"/>
            <ac:cxnSpMk id="35" creationId="{969BB1BC-AE58-BD7D-2AF8-2C4EFBBFE187}"/>
          </ac:cxnSpMkLst>
        </pc:cxnChg>
        <pc:cxnChg chg="mod topLvl">
          <ac:chgData name="Rami Haidar" userId="798091b73859c094" providerId="LiveId" clId="{59BFCC0A-7D56-4736-845F-85464F4463E6}" dt="2026-06-05T16:20:35.175" v="333" actId="1076"/>
          <ac:cxnSpMkLst>
            <pc:docMk/>
            <pc:sldMk cId="3886550421" sldId="380"/>
            <ac:cxnSpMk id="43" creationId="{602C11B4-4817-BFB4-F72E-D9AC1476D611}"/>
          </ac:cxnSpMkLst>
        </pc:cxnChg>
        <pc:cxnChg chg="mod topLvl">
          <ac:chgData name="Rami Haidar" userId="798091b73859c094" providerId="LiveId" clId="{59BFCC0A-7D56-4736-845F-85464F4463E6}" dt="2026-06-05T16:20:35.175" v="333" actId="1076"/>
          <ac:cxnSpMkLst>
            <pc:docMk/>
            <pc:sldMk cId="3886550421" sldId="380"/>
            <ac:cxnSpMk id="44" creationId="{1891B103-F9DD-BFF5-A817-1D9442B621FC}"/>
          </ac:cxnSpMkLst>
        </pc:cxnChg>
        <pc:cxnChg chg="add mod">
          <ac:chgData name="Rami Haidar" userId="798091b73859c094" providerId="LiveId" clId="{59BFCC0A-7D56-4736-845F-85464F4463E6}" dt="2026-06-05T16:20:51.836" v="336" actId="14100"/>
          <ac:cxnSpMkLst>
            <pc:docMk/>
            <pc:sldMk cId="3886550421" sldId="380"/>
            <ac:cxnSpMk id="58" creationId="{7612FAA9-3C6D-F7F7-FC3B-A27F284557CC}"/>
          </ac:cxnSpMkLst>
        </pc:cxnChg>
        <pc:cxnChg chg="add mod">
          <ac:chgData name="Rami Haidar" userId="798091b73859c094" providerId="LiveId" clId="{59BFCC0A-7D56-4736-845F-85464F4463E6}" dt="2026-06-05T16:21:51.993" v="356" actId="14100"/>
          <ac:cxnSpMkLst>
            <pc:docMk/>
            <pc:sldMk cId="3886550421" sldId="380"/>
            <ac:cxnSpMk id="63" creationId="{7497ED0A-9ADC-432E-E4B7-DD103B676C88}"/>
          </ac:cxnSpMkLst>
        </pc:cxnChg>
        <pc:cxnChg chg="add mod">
          <ac:chgData name="Rami Haidar" userId="798091b73859c094" providerId="LiveId" clId="{59BFCC0A-7D56-4736-845F-85464F4463E6}" dt="2026-06-05T16:21:55.623" v="357" actId="1076"/>
          <ac:cxnSpMkLst>
            <pc:docMk/>
            <pc:sldMk cId="3886550421" sldId="380"/>
            <ac:cxnSpMk id="64" creationId="{90E12B0E-4C13-6B2D-CAB1-F8AE10E9BFDF}"/>
          </ac:cxnSpMkLst>
        </pc:cxnChg>
        <pc:cxnChg chg="add mod">
          <ac:chgData name="Rami Haidar" userId="798091b73859c094" providerId="LiveId" clId="{59BFCC0A-7D56-4736-845F-85464F4463E6}" dt="2026-06-05T16:21:55.623" v="357" actId="1076"/>
          <ac:cxnSpMkLst>
            <pc:docMk/>
            <pc:sldMk cId="3886550421" sldId="380"/>
            <ac:cxnSpMk id="65" creationId="{BD201E5D-DC3E-DB9E-AD56-689DF8076F63}"/>
          </ac:cxnSpMkLst>
        </pc:cxnChg>
        <pc:cxnChg chg="add mod">
          <ac:chgData name="Rami Haidar" userId="798091b73859c094" providerId="LiveId" clId="{59BFCC0A-7D56-4736-845F-85464F4463E6}" dt="2026-06-05T16:21:58.589" v="358" actId="14100"/>
          <ac:cxnSpMkLst>
            <pc:docMk/>
            <pc:sldMk cId="3886550421" sldId="380"/>
            <ac:cxnSpMk id="66" creationId="{D1BBCEF2-9E99-8F9A-9105-8B01C53C0CB3}"/>
          </ac:cxnSpMkLst>
        </pc:cxnChg>
        <pc:cxnChg chg="add mod">
          <ac:chgData name="Rami Haidar" userId="798091b73859c094" providerId="LiveId" clId="{59BFCC0A-7D56-4736-845F-85464F4463E6}" dt="2026-06-05T16:20:35.175" v="333" actId="1076"/>
          <ac:cxnSpMkLst>
            <pc:docMk/>
            <pc:sldMk cId="3886550421" sldId="380"/>
            <ac:cxnSpMk id="67" creationId="{041D523B-B52A-A014-AE7F-358079D276D0}"/>
          </ac:cxnSpMkLst>
        </pc:cxnChg>
        <pc:cxnChg chg="add mod">
          <ac:chgData name="Rami Haidar" userId="798091b73859c094" providerId="LiveId" clId="{59BFCC0A-7D56-4736-845F-85464F4463E6}" dt="2026-06-05T16:20:57.070" v="339" actId="14100"/>
          <ac:cxnSpMkLst>
            <pc:docMk/>
            <pc:sldMk cId="3886550421" sldId="380"/>
            <ac:cxnSpMk id="68" creationId="{3F68098A-B4F2-F7E3-14C1-0CDF1FE5B62F}"/>
          </ac:cxnSpMkLst>
        </pc:cxnChg>
        <pc:cxnChg chg="add mod">
          <ac:chgData name="Rami Haidar" userId="798091b73859c094" providerId="LiveId" clId="{59BFCC0A-7D56-4736-845F-85464F4463E6}" dt="2026-06-05T16:21:08.844" v="345" actId="14100"/>
          <ac:cxnSpMkLst>
            <pc:docMk/>
            <pc:sldMk cId="3886550421" sldId="380"/>
            <ac:cxnSpMk id="71" creationId="{44A8D124-D3C5-4365-E4BD-9DAED14EFE23}"/>
          </ac:cxnSpMkLst>
        </pc:cxnChg>
        <pc:cxnChg chg="add mod">
          <ac:chgData name="Rami Haidar" userId="798091b73859c094" providerId="LiveId" clId="{59BFCC0A-7D56-4736-845F-85464F4463E6}" dt="2026-06-05T16:21:20.753" v="349" actId="14100"/>
          <ac:cxnSpMkLst>
            <pc:docMk/>
            <pc:sldMk cId="3886550421" sldId="380"/>
            <ac:cxnSpMk id="74" creationId="{31D886D4-3A57-2372-70A5-7DA9F6A3630E}"/>
          </ac:cxnSpMkLst>
        </pc:cxnChg>
        <pc:cxnChg chg="add mod">
          <ac:chgData name="Rami Haidar" userId="798091b73859c094" providerId="LiveId" clId="{59BFCC0A-7D56-4736-845F-85464F4463E6}" dt="2026-06-05T16:24:01.233" v="381" actId="14100"/>
          <ac:cxnSpMkLst>
            <pc:docMk/>
            <pc:sldMk cId="3886550421" sldId="380"/>
            <ac:cxnSpMk id="84" creationId="{4EDFEFBD-F5A4-3FCA-E244-58F99C3312FC}"/>
          </ac:cxnSpMkLst>
        </pc:cxnChg>
        <pc:cxnChg chg="add mod">
          <ac:chgData name="Rami Haidar" userId="798091b73859c094" providerId="LiveId" clId="{59BFCC0A-7D56-4736-845F-85464F4463E6}" dt="2026-06-05T16:27:28.238" v="409" actId="14100"/>
          <ac:cxnSpMkLst>
            <pc:docMk/>
            <pc:sldMk cId="3886550421" sldId="380"/>
            <ac:cxnSpMk id="87" creationId="{87DAF2CD-1AF3-56EF-797E-353E244A2977}"/>
          </ac:cxnSpMkLst>
        </pc:cxnChg>
        <pc:cxnChg chg="add mod">
          <ac:chgData name="Rami Haidar" userId="798091b73859c094" providerId="LiveId" clId="{59BFCC0A-7D56-4736-845F-85464F4463E6}" dt="2026-06-05T16:27:38.693" v="413" actId="14100"/>
          <ac:cxnSpMkLst>
            <pc:docMk/>
            <pc:sldMk cId="3886550421" sldId="380"/>
            <ac:cxnSpMk id="89" creationId="{12A9672F-BB0D-7C99-05F0-B063D366A889}"/>
          </ac:cxnSpMkLst>
        </pc:cxnChg>
      </pc:sldChg>
      <pc:sldChg chg="addSp modSp new mod">
        <pc:chgData name="Rami Haidar" userId="798091b73859c094" providerId="LiveId" clId="{59BFCC0A-7D56-4736-845F-85464F4463E6}" dt="2026-06-07T14:25:14.045" v="1053" actId="1076"/>
        <pc:sldMkLst>
          <pc:docMk/>
          <pc:sldMk cId="2408236081" sldId="381"/>
        </pc:sldMkLst>
        <pc:spChg chg="mod">
          <ac:chgData name="Rami Haidar" userId="798091b73859c094" providerId="LiveId" clId="{59BFCC0A-7D56-4736-845F-85464F4463E6}" dt="2026-06-05T16:48:12.002" v="473"/>
          <ac:spMkLst>
            <pc:docMk/>
            <pc:sldMk cId="2408236081" sldId="381"/>
            <ac:spMk id="2" creationId="{D4578532-EA85-5838-92DC-01E9F73EB52E}"/>
          </ac:spMkLst>
        </pc:spChg>
        <pc:spChg chg="mod">
          <ac:chgData name="Rami Haidar" userId="798091b73859c094" providerId="LiveId" clId="{59BFCC0A-7D56-4736-845F-85464F4463E6}" dt="2026-06-07T13:24:03.259" v="1016" actId="20577"/>
          <ac:spMkLst>
            <pc:docMk/>
            <pc:sldMk cId="2408236081" sldId="381"/>
            <ac:spMk id="3" creationId="{E727FF14-1834-A292-20E1-6022309EA24D}"/>
          </ac:spMkLst>
        </pc:spChg>
        <pc:spChg chg="add mod">
          <ac:chgData name="Rami Haidar" userId="798091b73859c094" providerId="LiveId" clId="{59BFCC0A-7D56-4736-845F-85464F4463E6}" dt="2026-06-05T16:48:30.189" v="476"/>
          <ac:spMkLst>
            <pc:docMk/>
            <pc:sldMk cId="2408236081" sldId="381"/>
            <ac:spMk id="4" creationId="{42C7C0EF-7D14-4B1D-76B8-8C89B1C3758B}"/>
          </ac:spMkLst>
        </pc:spChg>
        <pc:spChg chg="add mod">
          <ac:chgData name="Rami Haidar" userId="798091b73859c094" providerId="LiveId" clId="{59BFCC0A-7D56-4736-845F-85464F4463E6}" dt="2026-06-05T16:48:30.189" v="476"/>
          <ac:spMkLst>
            <pc:docMk/>
            <pc:sldMk cId="2408236081" sldId="381"/>
            <ac:spMk id="5" creationId="{2393EB15-68CC-9B6D-4A79-3CFD13F9CA37}"/>
          </ac:spMkLst>
        </pc:spChg>
        <pc:picChg chg="add mod ord">
          <ac:chgData name="Rami Haidar" userId="798091b73859c094" providerId="LiveId" clId="{59BFCC0A-7D56-4736-845F-85464F4463E6}" dt="2026-06-07T14:25:14.045" v="1053" actId="1076"/>
          <ac:picMkLst>
            <pc:docMk/>
            <pc:sldMk cId="2408236081" sldId="381"/>
            <ac:picMk id="7" creationId="{3473664E-844D-4E4D-2EE6-EA1FA2E1BFEE}"/>
          </ac:picMkLst>
        </pc:picChg>
      </pc:sldChg>
      <pc:sldChg chg="addSp delSp modSp new mod modNotes">
        <pc:chgData name="Rami Haidar" userId="798091b73859c094" providerId="LiveId" clId="{59BFCC0A-7D56-4736-845F-85464F4463E6}" dt="2026-06-07T14:26:35.906" v="1069"/>
        <pc:sldMkLst>
          <pc:docMk/>
          <pc:sldMk cId="896807285" sldId="382"/>
        </pc:sldMkLst>
        <pc:spChg chg="mod">
          <ac:chgData name="Rami Haidar" userId="798091b73859c094" providerId="LiveId" clId="{59BFCC0A-7D56-4736-845F-85464F4463E6}" dt="2026-06-05T17:04:44.312" v="634" actId="20577"/>
          <ac:spMkLst>
            <pc:docMk/>
            <pc:sldMk cId="896807285" sldId="382"/>
            <ac:spMk id="2" creationId="{A403CEC4-C74F-7EEC-A208-67AC13C62A8E}"/>
          </ac:spMkLst>
        </pc:spChg>
        <pc:spChg chg="mod">
          <ac:chgData name="Rami Haidar" userId="798091b73859c094" providerId="LiveId" clId="{59BFCC0A-7D56-4736-845F-85464F4463E6}" dt="2026-06-05T16:51:45.771" v="495"/>
          <ac:spMkLst>
            <pc:docMk/>
            <pc:sldMk cId="896807285" sldId="382"/>
            <ac:spMk id="3" creationId="{62A4F5DD-FE9D-BCD5-87CB-475DB97E71EC}"/>
          </ac:spMkLst>
        </pc:spChg>
        <pc:spChg chg="add mod">
          <ac:chgData name="Rami Haidar" userId="798091b73859c094" providerId="LiveId" clId="{59BFCC0A-7D56-4736-845F-85464F4463E6}" dt="2026-06-05T16:51:49.905" v="496"/>
          <ac:spMkLst>
            <pc:docMk/>
            <pc:sldMk cId="896807285" sldId="382"/>
            <ac:spMk id="6" creationId="{41DC5214-A60E-3DDE-0839-C30CBE6104FC}"/>
          </ac:spMkLst>
        </pc:spChg>
        <pc:spChg chg="add mod">
          <ac:chgData name="Rami Haidar" userId="798091b73859c094" providerId="LiveId" clId="{59BFCC0A-7D56-4736-845F-85464F4463E6}" dt="2026-06-05T16:59:35.698" v="552" actId="1076"/>
          <ac:spMkLst>
            <pc:docMk/>
            <pc:sldMk cId="896807285" sldId="382"/>
            <ac:spMk id="7" creationId="{51D929F2-F574-1BC4-DA89-5A9610C81852}"/>
          </ac:spMkLst>
        </pc:spChg>
        <pc:spChg chg="add mod">
          <ac:chgData name="Rami Haidar" userId="798091b73859c094" providerId="LiveId" clId="{59BFCC0A-7D56-4736-845F-85464F4463E6}" dt="2026-06-05T16:59:38.880" v="553" actId="1076"/>
          <ac:spMkLst>
            <pc:docMk/>
            <pc:sldMk cId="896807285" sldId="382"/>
            <ac:spMk id="9" creationId="{56EB318F-3372-405E-C6ED-658AA22CC1CD}"/>
          </ac:spMkLst>
        </pc:spChg>
        <pc:spChg chg="add mod">
          <ac:chgData name="Rami Haidar" userId="798091b73859c094" providerId="LiveId" clId="{59BFCC0A-7D56-4736-845F-85464F4463E6}" dt="2026-06-05T17:02:03.083" v="585" actId="20577"/>
          <ac:spMkLst>
            <pc:docMk/>
            <pc:sldMk cId="896807285" sldId="382"/>
            <ac:spMk id="10" creationId="{3AAF571B-88D8-29C4-0067-047AD88186A1}"/>
          </ac:spMkLst>
        </pc:spChg>
        <pc:spChg chg="add mod">
          <ac:chgData name="Rami Haidar" userId="798091b73859c094" providerId="LiveId" clId="{59BFCC0A-7D56-4736-845F-85464F4463E6}" dt="2026-06-05T17:02:46.670" v="633" actId="1076"/>
          <ac:spMkLst>
            <pc:docMk/>
            <pc:sldMk cId="896807285" sldId="382"/>
            <ac:spMk id="11" creationId="{F78A71C5-6DF9-1CC7-1912-5142A0280606}"/>
          </ac:spMkLst>
        </pc:spChg>
        <pc:spChg chg="add mod">
          <ac:chgData name="Rami Haidar" userId="798091b73859c094" providerId="LiveId" clId="{59BFCC0A-7D56-4736-845F-85464F4463E6}" dt="2026-06-05T17:05:41.888" v="664" actId="20577"/>
          <ac:spMkLst>
            <pc:docMk/>
            <pc:sldMk cId="896807285" sldId="382"/>
            <ac:spMk id="12" creationId="{BA3A6608-0FEC-E747-4E3A-DB86A6159DE8}"/>
          </ac:spMkLst>
        </pc:spChg>
        <pc:spChg chg="add mod">
          <ac:chgData name="Rami Haidar" userId="798091b73859c094" providerId="LiveId" clId="{59BFCC0A-7D56-4736-845F-85464F4463E6}" dt="2026-06-05T17:05:31.537" v="662" actId="20577"/>
          <ac:spMkLst>
            <pc:docMk/>
            <pc:sldMk cId="896807285" sldId="382"/>
            <ac:spMk id="13" creationId="{A5A285B6-F9EF-F462-AFF3-3EE979773ACA}"/>
          </ac:spMkLst>
        </pc:spChg>
        <pc:spChg chg="add mod">
          <ac:chgData name="Rami Haidar" userId="798091b73859c094" providerId="LiveId" clId="{59BFCC0A-7D56-4736-845F-85464F4463E6}" dt="2026-06-05T17:05:53.795" v="665"/>
          <ac:spMkLst>
            <pc:docMk/>
            <pc:sldMk cId="896807285" sldId="382"/>
            <ac:spMk id="14" creationId="{83CE2772-8362-F505-B5E6-1B1385761F28}"/>
          </ac:spMkLst>
        </pc:spChg>
        <pc:spChg chg="add mod">
          <ac:chgData name="Rami Haidar" userId="798091b73859c094" providerId="LiveId" clId="{59BFCC0A-7D56-4736-845F-85464F4463E6}" dt="2026-06-05T17:12:52.590" v="682" actId="1076"/>
          <ac:spMkLst>
            <pc:docMk/>
            <pc:sldMk cId="896807285" sldId="382"/>
            <ac:spMk id="15" creationId="{2F80B050-1DAC-BA84-537D-6138A6616EB0}"/>
          </ac:spMkLst>
        </pc:spChg>
        <pc:spChg chg="add mod">
          <ac:chgData name="Rami Haidar" userId="798091b73859c094" providerId="LiveId" clId="{59BFCC0A-7D56-4736-845F-85464F4463E6}" dt="2026-06-05T18:24:38.310" v="959" actId="20577"/>
          <ac:spMkLst>
            <pc:docMk/>
            <pc:sldMk cId="896807285" sldId="382"/>
            <ac:spMk id="17" creationId="{703ABF59-572F-D2EB-E397-5265C76B7611}"/>
          </ac:spMkLst>
        </pc:spChg>
        <pc:spChg chg="add mod">
          <ac:chgData name="Rami Haidar" userId="798091b73859c094" providerId="LiveId" clId="{59BFCC0A-7D56-4736-845F-85464F4463E6}" dt="2026-06-05T17:16:30.586" v="701" actId="1076"/>
          <ac:spMkLst>
            <pc:docMk/>
            <pc:sldMk cId="896807285" sldId="382"/>
            <ac:spMk id="18" creationId="{0DC41160-4872-8575-0F19-1568066095B9}"/>
          </ac:spMkLst>
        </pc:spChg>
        <pc:picChg chg="add mod">
          <ac:chgData name="Rami Haidar" userId="798091b73859c094" providerId="LiveId" clId="{59BFCC0A-7D56-4736-845F-85464F4463E6}" dt="2026-06-07T14:26:35.906" v="1069"/>
          <ac:picMkLst>
            <pc:docMk/>
            <pc:sldMk cId="896807285" sldId="382"/>
            <ac:picMk id="16" creationId="{B38219E5-2B1E-85AA-0128-097DB32153B2}"/>
          </ac:picMkLst>
        </pc:picChg>
        <pc:picChg chg="add mod">
          <ac:chgData name="Rami Haidar" userId="798091b73859c094" providerId="LiveId" clId="{59BFCC0A-7D56-4736-845F-85464F4463E6}" dt="2026-06-05T17:01:55.857" v="582" actId="1076"/>
          <ac:picMkLst>
            <pc:docMk/>
            <pc:sldMk cId="896807285" sldId="382"/>
            <ac:picMk id="1028" creationId="{8007F814-084F-FBF2-7F8A-23F1C6269B09}"/>
          </ac:picMkLst>
        </pc:picChg>
        <pc:picChg chg="add mod">
          <ac:chgData name="Rami Haidar" userId="798091b73859c094" providerId="LiveId" clId="{59BFCC0A-7D56-4736-845F-85464F4463E6}" dt="2026-06-05T17:11:24.291" v="675" actId="1076"/>
          <ac:picMkLst>
            <pc:docMk/>
            <pc:sldMk cId="896807285" sldId="382"/>
            <ac:picMk id="1030" creationId="{E4AC9382-511A-652F-FE09-97FFF70D256A}"/>
          </ac:picMkLst>
        </pc:picChg>
      </pc:sldChg>
      <pc:sldChg chg="addSp modSp new mod modNotes modNotesTx">
        <pc:chgData name="Rami Haidar" userId="798091b73859c094" providerId="LiveId" clId="{59BFCC0A-7D56-4736-845F-85464F4463E6}" dt="2026-06-07T14:26:37.411" v="1070"/>
        <pc:sldMkLst>
          <pc:docMk/>
          <pc:sldMk cId="2538714845" sldId="383"/>
        </pc:sldMkLst>
        <pc:spChg chg="mod">
          <ac:chgData name="Rami Haidar" userId="798091b73859c094" providerId="LiveId" clId="{59BFCC0A-7D56-4736-845F-85464F4463E6}" dt="2026-06-07T13:33:33.305" v="1023" actId="313"/>
          <ac:spMkLst>
            <pc:docMk/>
            <pc:sldMk cId="2538714845" sldId="383"/>
            <ac:spMk id="2" creationId="{16C62E9B-EDAA-AD4B-1B8F-EF55D134D252}"/>
          </ac:spMkLst>
        </pc:spChg>
        <pc:spChg chg="mod">
          <ac:chgData name="Rami Haidar" userId="798091b73859c094" providerId="LiveId" clId="{59BFCC0A-7D56-4736-845F-85464F4463E6}" dt="2026-06-05T17:22:14.440" v="724" actId="20577"/>
          <ac:spMkLst>
            <pc:docMk/>
            <pc:sldMk cId="2538714845" sldId="383"/>
            <ac:spMk id="3" creationId="{B5C76464-2E1B-6BA0-1DD0-5C3305DCAC8D}"/>
          </ac:spMkLst>
        </pc:spChg>
        <pc:spChg chg="add mod">
          <ac:chgData name="Rami Haidar" userId="798091b73859c094" providerId="LiveId" clId="{59BFCC0A-7D56-4736-845F-85464F4463E6}" dt="2026-06-05T17:22:20.631" v="725"/>
          <ac:spMkLst>
            <pc:docMk/>
            <pc:sldMk cId="2538714845" sldId="383"/>
            <ac:spMk id="6" creationId="{6109E81B-47C0-0A09-F08A-E93C5ADDE2C5}"/>
          </ac:spMkLst>
        </pc:spChg>
        <pc:spChg chg="add mod">
          <ac:chgData name="Rami Haidar" userId="798091b73859c094" providerId="LiveId" clId="{59BFCC0A-7D56-4736-845F-85464F4463E6}" dt="2026-06-05T17:23:34.207" v="731"/>
          <ac:spMkLst>
            <pc:docMk/>
            <pc:sldMk cId="2538714845" sldId="383"/>
            <ac:spMk id="7" creationId="{7120BDC5-3903-2814-DE90-660BC0383241}"/>
          </ac:spMkLst>
        </pc:spChg>
        <pc:spChg chg="add mod">
          <ac:chgData name="Rami Haidar" userId="798091b73859c094" providerId="LiveId" clId="{59BFCC0A-7D56-4736-845F-85464F4463E6}" dt="2026-06-05T17:38:59.908" v="734" actId="1076"/>
          <ac:spMkLst>
            <pc:docMk/>
            <pc:sldMk cId="2538714845" sldId="383"/>
            <ac:spMk id="8" creationId="{328B9AE1-54B1-C810-E974-566D32323B0A}"/>
          </ac:spMkLst>
        </pc:spChg>
        <pc:picChg chg="add mod">
          <ac:chgData name="Rami Haidar" userId="798091b73859c094" providerId="LiveId" clId="{59BFCC0A-7D56-4736-845F-85464F4463E6}" dt="2026-06-07T14:26:37.411" v="1070"/>
          <ac:picMkLst>
            <pc:docMk/>
            <pc:sldMk cId="2538714845" sldId="383"/>
            <ac:picMk id="9" creationId="{464701A0-3252-EB84-1A88-1898F5AE8908}"/>
          </ac:picMkLst>
        </pc:picChg>
        <pc:picChg chg="add mod">
          <ac:chgData name="Rami Haidar" userId="798091b73859c094" providerId="LiveId" clId="{59BFCC0A-7D56-4736-845F-85464F4463E6}" dt="2026-06-05T17:47:02.586" v="757" actId="1076"/>
          <ac:picMkLst>
            <pc:docMk/>
            <pc:sldMk cId="2538714845" sldId="383"/>
            <ac:picMk id="11" creationId="{76E71C16-D168-2A8F-9DD3-C01307A1D0E9}"/>
          </ac:picMkLst>
        </pc:picChg>
      </pc:sldChg>
      <pc:sldChg chg="addSp delSp modSp new mod">
        <pc:chgData name="Rami Haidar" userId="798091b73859c094" providerId="LiveId" clId="{59BFCC0A-7D56-4736-845F-85464F4463E6}" dt="2026-06-07T14:26:38.737" v="1071"/>
        <pc:sldMkLst>
          <pc:docMk/>
          <pc:sldMk cId="1104421430" sldId="384"/>
        </pc:sldMkLst>
        <pc:spChg chg="add mod">
          <ac:chgData name="Rami Haidar" userId="798091b73859c094" providerId="LiveId" clId="{59BFCC0A-7D56-4736-845F-85464F4463E6}" dt="2026-06-05T17:49:58.163" v="763"/>
          <ac:spMkLst>
            <pc:docMk/>
            <pc:sldMk cId="1104421430" sldId="384"/>
            <ac:spMk id="4" creationId="{F88E0079-470C-5200-32AE-BC8DDC0CC941}"/>
          </ac:spMkLst>
        </pc:spChg>
        <pc:spChg chg="add mod">
          <ac:chgData name="Rami Haidar" userId="798091b73859c094" providerId="LiveId" clId="{59BFCC0A-7D56-4736-845F-85464F4463E6}" dt="2026-06-05T17:49:58.163" v="763"/>
          <ac:spMkLst>
            <pc:docMk/>
            <pc:sldMk cId="1104421430" sldId="384"/>
            <ac:spMk id="6" creationId="{A98C4C2C-98AA-9CDF-B63E-C71131F0E118}"/>
          </ac:spMkLst>
        </pc:spChg>
        <pc:spChg chg="add mod">
          <ac:chgData name="Rami Haidar" userId="798091b73859c094" providerId="LiveId" clId="{59BFCC0A-7D56-4736-845F-85464F4463E6}" dt="2026-06-05T17:49:58.163" v="763"/>
          <ac:spMkLst>
            <pc:docMk/>
            <pc:sldMk cId="1104421430" sldId="384"/>
            <ac:spMk id="7" creationId="{9D4D12BA-4A1B-7D20-0855-865FC9C7844E}"/>
          </ac:spMkLst>
        </pc:spChg>
        <pc:spChg chg="add mod">
          <ac:chgData name="Rami Haidar" userId="798091b73859c094" providerId="LiveId" clId="{59BFCC0A-7D56-4736-845F-85464F4463E6}" dt="2026-06-05T17:50:08.066" v="765"/>
          <ac:spMkLst>
            <pc:docMk/>
            <pc:sldMk cId="1104421430" sldId="384"/>
            <ac:spMk id="8" creationId="{8F003186-3C9A-355B-C2AB-7A92802AB5E6}"/>
          </ac:spMkLst>
        </pc:spChg>
        <pc:spChg chg="add mod">
          <ac:chgData name="Rami Haidar" userId="798091b73859c094" providerId="LiveId" clId="{59BFCC0A-7D56-4736-845F-85464F4463E6}" dt="2026-06-05T17:50:08.066" v="765"/>
          <ac:spMkLst>
            <pc:docMk/>
            <pc:sldMk cId="1104421430" sldId="384"/>
            <ac:spMk id="9" creationId="{5853B151-CBD9-ADBB-BB36-4CC94412F8EA}"/>
          </ac:spMkLst>
        </pc:spChg>
        <pc:picChg chg="add mod">
          <ac:chgData name="Rami Haidar" userId="798091b73859c094" providerId="LiveId" clId="{59BFCC0A-7D56-4736-845F-85464F4463E6}" dt="2026-06-07T14:26:38.737" v="1071"/>
          <ac:picMkLst>
            <pc:docMk/>
            <pc:sldMk cId="1104421430" sldId="384"/>
            <ac:picMk id="2" creationId="{E9F8DF06-2A67-53D9-6C27-E78A0B5A637C}"/>
          </ac:picMkLst>
        </pc:picChg>
      </pc:sldChg>
      <pc:sldChg chg="addSp modSp new mod">
        <pc:chgData name="Rami Haidar" userId="798091b73859c094" providerId="LiveId" clId="{59BFCC0A-7D56-4736-845F-85464F4463E6}" dt="2026-06-07T14:26:40.114" v="1072"/>
        <pc:sldMkLst>
          <pc:docMk/>
          <pc:sldMk cId="3947952633" sldId="385"/>
        </pc:sldMkLst>
        <pc:spChg chg="mod">
          <ac:chgData name="Rami Haidar" userId="798091b73859c094" providerId="LiveId" clId="{59BFCC0A-7D56-4736-845F-85464F4463E6}" dt="2026-06-05T17:53:20.475" v="783" actId="20577"/>
          <ac:spMkLst>
            <pc:docMk/>
            <pc:sldMk cId="3947952633" sldId="385"/>
            <ac:spMk id="2" creationId="{6C2C6499-5453-844C-D204-EA4C81A1AFD0}"/>
          </ac:spMkLst>
        </pc:spChg>
        <pc:spChg chg="mod">
          <ac:chgData name="Rami Haidar" userId="798091b73859c094" providerId="LiveId" clId="{59BFCC0A-7D56-4736-845F-85464F4463E6}" dt="2026-06-05T17:50:26.975" v="769"/>
          <ac:spMkLst>
            <pc:docMk/>
            <pc:sldMk cId="3947952633" sldId="385"/>
            <ac:spMk id="3" creationId="{6810D59B-D7D8-4A8A-A941-533AB498CF9D}"/>
          </ac:spMkLst>
        </pc:spChg>
        <pc:spChg chg="add mod">
          <ac:chgData name="Rami Haidar" userId="798091b73859c094" providerId="LiveId" clId="{59BFCC0A-7D56-4736-845F-85464F4463E6}" dt="2026-06-05T17:50:31.366" v="770"/>
          <ac:spMkLst>
            <pc:docMk/>
            <pc:sldMk cId="3947952633" sldId="385"/>
            <ac:spMk id="6" creationId="{F4A0ABA1-1364-AAE1-4333-7317650DA338}"/>
          </ac:spMkLst>
        </pc:spChg>
        <pc:spChg chg="mod">
          <ac:chgData name="Rami Haidar" userId="798091b73859c094" providerId="LiveId" clId="{59BFCC0A-7D56-4736-845F-85464F4463E6}" dt="2026-06-05T17:53:58.715" v="786" actId="1076"/>
          <ac:spMkLst>
            <pc:docMk/>
            <pc:sldMk cId="3947952633" sldId="385"/>
            <ac:spMk id="7" creationId="{33609EBD-8AA6-AFDE-CBA1-69FF0C3D3E0C}"/>
          </ac:spMkLst>
        </pc:spChg>
        <pc:spChg chg="add mod">
          <ac:chgData name="Rami Haidar" userId="798091b73859c094" providerId="LiveId" clId="{59BFCC0A-7D56-4736-845F-85464F4463E6}" dt="2026-06-05T17:53:58.715" v="786" actId="1076"/>
          <ac:spMkLst>
            <pc:docMk/>
            <pc:sldMk cId="3947952633" sldId="385"/>
            <ac:spMk id="9" creationId="{EF5413CB-C4EC-7F06-F3A7-BF270987BF41}"/>
          </ac:spMkLst>
        </pc:spChg>
        <pc:spChg chg="mod">
          <ac:chgData name="Rami Haidar" userId="798091b73859c094" providerId="LiveId" clId="{59BFCC0A-7D56-4736-845F-85464F4463E6}" dt="2026-06-05T17:53:58.715" v="786" actId="1076"/>
          <ac:spMkLst>
            <pc:docMk/>
            <pc:sldMk cId="3947952633" sldId="385"/>
            <ac:spMk id="11" creationId="{1BCE0AEE-BD58-4BC4-F264-67D390F4B361}"/>
          </ac:spMkLst>
        </pc:spChg>
        <pc:spChg chg="mod">
          <ac:chgData name="Rami Haidar" userId="798091b73859c094" providerId="LiveId" clId="{59BFCC0A-7D56-4736-845F-85464F4463E6}" dt="2026-06-05T17:53:58.715" v="786" actId="1076"/>
          <ac:spMkLst>
            <pc:docMk/>
            <pc:sldMk cId="3947952633" sldId="385"/>
            <ac:spMk id="13" creationId="{6E98AA61-781F-8D98-44DB-A4A957F1B044}"/>
          </ac:spMkLst>
        </pc:spChg>
        <pc:spChg chg="add mod">
          <ac:chgData name="Rami Haidar" userId="798091b73859c094" providerId="LiveId" clId="{59BFCC0A-7D56-4736-845F-85464F4463E6}" dt="2026-06-05T17:53:58.715" v="786" actId="1076"/>
          <ac:spMkLst>
            <pc:docMk/>
            <pc:sldMk cId="3947952633" sldId="385"/>
            <ac:spMk id="15" creationId="{F6929E85-CDAF-FD08-7573-A7D8EDE03A40}"/>
          </ac:spMkLst>
        </pc:spChg>
        <pc:spChg chg="add mod">
          <ac:chgData name="Rami Haidar" userId="798091b73859c094" providerId="LiveId" clId="{59BFCC0A-7D56-4736-845F-85464F4463E6}" dt="2026-06-05T17:53:58.715" v="786" actId="1076"/>
          <ac:spMkLst>
            <pc:docMk/>
            <pc:sldMk cId="3947952633" sldId="385"/>
            <ac:spMk id="17" creationId="{C80EE5D3-6F2E-D1B0-00EC-B0B5606E32CD}"/>
          </ac:spMkLst>
        </pc:spChg>
        <pc:spChg chg="add mod">
          <ac:chgData name="Rami Haidar" userId="798091b73859c094" providerId="LiveId" clId="{59BFCC0A-7D56-4736-845F-85464F4463E6}" dt="2026-06-05T17:53:58.715" v="786" actId="1076"/>
          <ac:spMkLst>
            <pc:docMk/>
            <pc:sldMk cId="3947952633" sldId="385"/>
            <ac:spMk id="18" creationId="{CD548876-9A78-1748-31BD-0EA591F16474}"/>
          </ac:spMkLst>
        </pc:spChg>
        <pc:spChg chg="add mod">
          <ac:chgData name="Rami Haidar" userId="798091b73859c094" providerId="LiveId" clId="{59BFCC0A-7D56-4736-845F-85464F4463E6}" dt="2026-06-05T17:53:32.921" v="784" actId="1076"/>
          <ac:spMkLst>
            <pc:docMk/>
            <pc:sldMk cId="3947952633" sldId="385"/>
            <ac:spMk id="19" creationId="{CF9AE352-11DD-8C35-C627-ADD1F15073F9}"/>
          </ac:spMkLst>
        </pc:spChg>
        <pc:spChg chg="add mod">
          <ac:chgData name="Rami Haidar" userId="798091b73859c094" providerId="LiveId" clId="{59BFCC0A-7D56-4736-845F-85464F4463E6}" dt="2026-06-05T17:53:32.921" v="784" actId="1076"/>
          <ac:spMkLst>
            <pc:docMk/>
            <pc:sldMk cId="3947952633" sldId="385"/>
            <ac:spMk id="20" creationId="{55D0AEDF-E9EC-6A64-F0B5-D8FE70B84CA7}"/>
          </ac:spMkLst>
        </pc:spChg>
        <pc:spChg chg="add mod">
          <ac:chgData name="Rami Haidar" userId="798091b73859c094" providerId="LiveId" clId="{59BFCC0A-7D56-4736-845F-85464F4463E6}" dt="2026-06-05T17:53:32.921" v="784" actId="1076"/>
          <ac:spMkLst>
            <pc:docMk/>
            <pc:sldMk cId="3947952633" sldId="385"/>
            <ac:spMk id="22" creationId="{37811ADC-C8A4-41B0-FF33-799791DAC265}"/>
          </ac:spMkLst>
        </pc:spChg>
        <pc:spChg chg="add mod">
          <ac:chgData name="Rami Haidar" userId="798091b73859c094" providerId="LiveId" clId="{59BFCC0A-7D56-4736-845F-85464F4463E6}" dt="2026-06-05T17:53:32.921" v="784" actId="1076"/>
          <ac:spMkLst>
            <pc:docMk/>
            <pc:sldMk cId="3947952633" sldId="385"/>
            <ac:spMk id="24" creationId="{BD86E9CB-6DFA-C6E8-B480-BFFADABC297E}"/>
          </ac:spMkLst>
        </pc:spChg>
        <pc:spChg chg="mod">
          <ac:chgData name="Rami Haidar" userId="798091b73859c094" providerId="LiveId" clId="{59BFCC0A-7D56-4736-845F-85464F4463E6}" dt="2026-06-05T17:51:33.838" v="782" actId="1076"/>
          <ac:spMkLst>
            <pc:docMk/>
            <pc:sldMk cId="3947952633" sldId="385"/>
            <ac:spMk id="26" creationId="{9FC6010C-482B-FB8E-EA05-8F05A4461E51}"/>
          </ac:spMkLst>
        </pc:spChg>
        <pc:spChg chg="add mod">
          <ac:chgData name="Rami Haidar" userId="798091b73859c094" providerId="LiveId" clId="{59BFCC0A-7D56-4736-845F-85464F4463E6}" dt="2026-06-05T17:53:32.921" v="784" actId="1076"/>
          <ac:spMkLst>
            <pc:docMk/>
            <pc:sldMk cId="3947952633" sldId="385"/>
            <ac:spMk id="28" creationId="{AD1CA603-4064-C649-6A3E-4EEABD40942B}"/>
          </ac:spMkLst>
        </pc:spChg>
        <pc:spChg chg="mod">
          <ac:chgData name="Rami Haidar" userId="798091b73859c094" providerId="LiveId" clId="{59BFCC0A-7D56-4736-845F-85464F4463E6}" dt="2026-06-05T17:51:33.838" v="782" actId="1076"/>
          <ac:spMkLst>
            <pc:docMk/>
            <pc:sldMk cId="3947952633" sldId="385"/>
            <ac:spMk id="30" creationId="{7A7DD297-6AB1-7916-25D0-77EA09B15C82}"/>
          </ac:spMkLst>
        </pc:spChg>
        <pc:spChg chg="add mod">
          <ac:chgData name="Rami Haidar" userId="798091b73859c094" providerId="LiveId" clId="{59BFCC0A-7D56-4736-845F-85464F4463E6}" dt="2026-06-05T17:53:32.921" v="784" actId="1076"/>
          <ac:spMkLst>
            <pc:docMk/>
            <pc:sldMk cId="3947952633" sldId="385"/>
            <ac:spMk id="31" creationId="{EFEE645E-FC6C-9FCF-1077-93E01EBA808F}"/>
          </ac:spMkLst>
        </pc:spChg>
        <pc:spChg chg="add mod">
          <ac:chgData name="Rami Haidar" userId="798091b73859c094" providerId="LiveId" clId="{59BFCC0A-7D56-4736-845F-85464F4463E6}" dt="2026-06-05T17:53:58.715" v="786" actId="1076"/>
          <ac:spMkLst>
            <pc:docMk/>
            <pc:sldMk cId="3947952633" sldId="385"/>
            <ac:spMk id="32" creationId="{21211103-7ACB-5D42-9712-F7366546BE50}"/>
          </ac:spMkLst>
        </pc:spChg>
        <pc:spChg chg="add mod">
          <ac:chgData name="Rami Haidar" userId="798091b73859c094" providerId="LiveId" clId="{59BFCC0A-7D56-4736-845F-85464F4463E6}" dt="2026-06-05T17:51:08.607" v="776"/>
          <ac:spMkLst>
            <pc:docMk/>
            <pc:sldMk cId="3947952633" sldId="385"/>
            <ac:spMk id="33" creationId="{07CDB8BE-269A-112E-0850-61E4D0B8382A}"/>
          </ac:spMkLst>
        </pc:spChg>
        <pc:picChg chg="add mod">
          <ac:chgData name="Rami Haidar" userId="798091b73859c094" providerId="LiveId" clId="{59BFCC0A-7D56-4736-845F-85464F4463E6}" dt="2026-06-07T14:26:40.114" v="1072"/>
          <ac:picMkLst>
            <pc:docMk/>
            <pc:sldMk cId="3947952633" sldId="385"/>
            <ac:picMk id="34" creationId="{F57A22EB-E8D7-CA33-F441-F7484D69092E}"/>
          </ac:picMkLst>
        </pc:picChg>
        <pc:cxnChg chg="mod">
          <ac:chgData name="Rami Haidar" userId="798091b73859c094" providerId="LiveId" clId="{59BFCC0A-7D56-4736-845F-85464F4463E6}" dt="2026-06-05T17:53:58.715" v="786" actId="1076"/>
          <ac:cxnSpMkLst>
            <pc:docMk/>
            <pc:sldMk cId="3947952633" sldId="385"/>
            <ac:cxnSpMk id="10" creationId="{AF654DA7-CE56-FE1D-F494-B0B2AAC9DD8F}"/>
          </ac:cxnSpMkLst>
        </pc:cxnChg>
        <pc:cxnChg chg="mod">
          <ac:chgData name="Rami Haidar" userId="798091b73859c094" providerId="LiveId" clId="{59BFCC0A-7D56-4736-845F-85464F4463E6}" dt="2026-06-05T17:53:58.715" v="786" actId="1076"/>
          <ac:cxnSpMkLst>
            <pc:docMk/>
            <pc:sldMk cId="3947952633" sldId="385"/>
            <ac:cxnSpMk id="16" creationId="{F7411F4C-5427-CF20-24C9-D65AEDEB4EBB}"/>
          </ac:cxnSpMkLst>
        </pc:cxnChg>
        <pc:cxnChg chg="mod">
          <ac:chgData name="Rami Haidar" userId="798091b73859c094" providerId="LiveId" clId="{59BFCC0A-7D56-4736-845F-85464F4463E6}" dt="2026-06-05T17:51:33.838" v="782" actId="1076"/>
          <ac:cxnSpMkLst>
            <pc:docMk/>
            <pc:sldMk cId="3947952633" sldId="385"/>
            <ac:cxnSpMk id="21" creationId="{E2CDF4A6-9A42-280A-6A16-4798B760AF95}"/>
          </ac:cxnSpMkLst>
        </pc:cxnChg>
        <pc:cxnChg chg="mod">
          <ac:chgData name="Rami Haidar" userId="798091b73859c094" providerId="LiveId" clId="{59BFCC0A-7D56-4736-845F-85464F4463E6}" dt="2026-06-05T17:51:33.838" v="782" actId="1076"/>
          <ac:cxnSpMkLst>
            <pc:docMk/>
            <pc:sldMk cId="3947952633" sldId="385"/>
            <ac:cxnSpMk id="23" creationId="{1240DE35-B0BD-0D2F-4E0D-6B189AB6B0AA}"/>
          </ac:cxnSpMkLst>
        </pc:cxnChg>
        <pc:cxnChg chg="mod">
          <ac:chgData name="Rami Haidar" userId="798091b73859c094" providerId="LiveId" clId="{59BFCC0A-7D56-4736-845F-85464F4463E6}" dt="2026-06-05T17:51:33.838" v="782" actId="1076"/>
          <ac:cxnSpMkLst>
            <pc:docMk/>
            <pc:sldMk cId="3947952633" sldId="385"/>
            <ac:cxnSpMk id="29" creationId="{F86C369D-7871-37DA-FB7B-9FF474F1FC1F}"/>
          </ac:cxnSpMkLst>
        </pc:cxnChg>
      </pc:sldChg>
      <pc:sldChg chg="addSp delSp modSp new mod modNotesTx">
        <pc:chgData name="Rami Haidar" userId="798091b73859c094" providerId="LiveId" clId="{59BFCC0A-7D56-4736-845F-85464F4463E6}" dt="2026-06-07T14:26:44.938" v="1073"/>
        <pc:sldMkLst>
          <pc:docMk/>
          <pc:sldMk cId="380190494" sldId="386"/>
        </pc:sldMkLst>
        <pc:spChg chg="mod">
          <ac:chgData name="Rami Haidar" userId="798091b73859c094" providerId="LiveId" clId="{59BFCC0A-7D56-4736-845F-85464F4463E6}" dt="2026-06-05T17:55:20.054" v="798" actId="20577"/>
          <ac:spMkLst>
            <pc:docMk/>
            <pc:sldMk cId="380190494" sldId="386"/>
            <ac:spMk id="2" creationId="{BF927501-2AF2-5991-3419-A4F847898D97}"/>
          </ac:spMkLst>
        </pc:spChg>
        <pc:spChg chg="mod">
          <ac:chgData name="Rami Haidar" userId="798091b73859c094" providerId="LiveId" clId="{59BFCC0A-7D56-4736-845F-85464F4463E6}" dt="2026-06-05T17:54:58.082" v="790" actId="20577"/>
          <ac:spMkLst>
            <pc:docMk/>
            <pc:sldMk cId="380190494" sldId="386"/>
            <ac:spMk id="3" creationId="{772C1095-6C7C-AB95-DC11-4147CB5BD6EC}"/>
          </ac:spMkLst>
        </pc:spChg>
        <pc:spChg chg="add mod">
          <ac:chgData name="Rami Haidar" userId="798091b73859c094" providerId="LiveId" clId="{59BFCC0A-7D56-4736-845F-85464F4463E6}" dt="2026-06-05T17:55:03.334" v="791"/>
          <ac:spMkLst>
            <pc:docMk/>
            <pc:sldMk cId="380190494" sldId="386"/>
            <ac:spMk id="6" creationId="{DEC4E1E2-2160-8C47-4B68-E5384B78A848}"/>
          </ac:spMkLst>
        </pc:spChg>
        <pc:spChg chg="add mod">
          <ac:chgData name="Rami Haidar" userId="798091b73859c094" providerId="LiveId" clId="{59BFCC0A-7D56-4736-845F-85464F4463E6}" dt="2026-06-05T17:55:26.734" v="800"/>
          <ac:spMkLst>
            <pc:docMk/>
            <pc:sldMk cId="380190494" sldId="386"/>
            <ac:spMk id="7" creationId="{1484803E-6F32-6603-33AA-C672173089A3}"/>
          </ac:spMkLst>
        </pc:spChg>
        <pc:picChg chg="add mod">
          <ac:chgData name="Rami Haidar" userId="798091b73859c094" providerId="LiveId" clId="{59BFCC0A-7D56-4736-845F-85464F4463E6}" dt="2026-06-07T14:26:44.938" v="1073"/>
          <ac:picMkLst>
            <pc:docMk/>
            <pc:sldMk cId="380190494" sldId="386"/>
            <ac:picMk id="8" creationId="{1A23E1B2-0F76-FA2A-0421-5BABCB96F128}"/>
          </ac:picMkLst>
        </pc:picChg>
        <pc:picChg chg="add mod">
          <ac:chgData name="Rami Haidar" userId="798091b73859c094" providerId="LiveId" clId="{59BFCC0A-7D56-4736-845F-85464F4463E6}" dt="2026-06-05T17:56:13.719" v="812" actId="208"/>
          <ac:picMkLst>
            <pc:docMk/>
            <pc:sldMk cId="380190494" sldId="386"/>
            <ac:picMk id="10" creationId="{2286F238-5C9E-57D8-DFF6-0AB34EAA0625}"/>
          </ac:picMkLst>
        </pc:picChg>
      </pc:sldChg>
      <pc:sldChg chg="addSp modSp new mod">
        <pc:chgData name="Rami Haidar" userId="798091b73859c094" providerId="LiveId" clId="{59BFCC0A-7D56-4736-845F-85464F4463E6}" dt="2026-06-07T14:26:46.858" v="1074"/>
        <pc:sldMkLst>
          <pc:docMk/>
          <pc:sldMk cId="2629078912" sldId="387"/>
        </pc:sldMkLst>
        <pc:spChg chg="mod">
          <ac:chgData name="Rami Haidar" userId="798091b73859c094" providerId="LiveId" clId="{59BFCC0A-7D56-4736-845F-85464F4463E6}" dt="2026-06-05T17:58:46.846" v="829" actId="20577"/>
          <ac:spMkLst>
            <pc:docMk/>
            <pc:sldMk cId="2629078912" sldId="387"/>
            <ac:spMk id="2" creationId="{27B79C02-BDBA-5F79-F251-100621278B61}"/>
          </ac:spMkLst>
        </pc:spChg>
        <pc:spChg chg="mod">
          <ac:chgData name="Rami Haidar" userId="798091b73859c094" providerId="LiveId" clId="{59BFCC0A-7D56-4736-845F-85464F4463E6}" dt="2026-06-05T17:57:39.331" v="817" actId="20577"/>
          <ac:spMkLst>
            <pc:docMk/>
            <pc:sldMk cId="2629078912" sldId="387"/>
            <ac:spMk id="3" creationId="{60ED37CA-6013-EA12-05B1-BA19CFC96ADE}"/>
          </ac:spMkLst>
        </pc:spChg>
        <pc:spChg chg="add mod">
          <ac:chgData name="Rami Haidar" userId="798091b73859c094" providerId="LiveId" clId="{59BFCC0A-7D56-4736-845F-85464F4463E6}" dt="2026-06-05T17:57:45.242" v="818"/>
          <ac:spMkLst>
            <pc:docMk/>
            <pc:sldMk cId="2629078912" sldId="387"/>
            <ac:spMk id="6" creationId="{55CE1318-0000-553A-B8B1-B49064AB4FDA}"/>
          </ac:spMkLst>
        </pc:spChg>
        <pc:spChg chg="add mod">
          <ac:chgData name="Rami Haidar" userId="798091b73859c094" providerId="LiveId" clId="{59BFCC0A-7D56-4736-845F-85464F4463E6}" dt="2026-06-05T17:59:30.533" v="860"/>
          <ac:spMkLst>
            <pc:docMk/>
            <pc:sldMk cId="2629078912" sldId="387"/>
            <ac:spMk id="9" creationId="{3597053A-407F-0D49-FC11-5639DED58FA9}"/>
          </ac:spMkLst>
        </pc:spChg>
        <pc:picChg chg="add mod">
          <ac:chgData name="Rami Haidar" userId="798091b73859c094" providerId="LiveId" clId="{59BFCC0A-7D56-4736-845F-85464F4463E6}" dt="2026-06-07T14:26:46.858" v="1074"/>
          <ac:picMkLst>
            <pc:docMk/>
            <pc:sldMk cId="2629078912" sldId="387"/>
            <ac:picMk id="7" creationId="{AA1A4460-E5D3-1F2E-651B-91E8AE2B5802}"/>
          </ac:picMkLst>
        </pc:picChg>
        <pc:picChg chg="add mod">
          <ac:chgData name="Rami Haidar" userId="798091b73859c094" providerId="LiveId" clId="{59BFCC0A-7D56-4736-845F-85464F4463E6}" dt="2026-06-05T17:59:11.519" v="859" actId="1076"/>
          <ac:picMkLst>
            <pc:docMk/>
            <pc:sldMk cId="2629078912" sldId="387"/>
            <ac:picMk id="8" creationId="{E8165874-B547-1BA0-A47F-29494048F40F}"/>
          </ac:picMkLst>
        </pc:picChg>
      </pc:sldChg>
      <pc:sldChg chg="addSp modSp new mod modNotesTx">
        <pc:chgData name="Rami Haidar" userId="798091b73859c094" providerId="LiveId" clId="{59BFCC0A-7D56-4736-845F-85464F4463E6}" dt="2026-06-07T14:26:48.298" v="1075"/>
        <pc:sldMkLst>
          <pc:docMk/>
          <pc:sldMk cId="3575533543" sldId="388"/>
        </pc:sldMkLst>
        <pc:spChg chg="mod">
          <ac:chgData name="Rami Haidar" userId="798091b73859c094" providerId="LiveId" clId="{59BFCC0A-7D56-4736-845F-85464F4463E6}" dt="2026-06-05T18:01:27.841" v="867" actId="12"/>
          <ac:spMkLst>
            <pc:docMk/>
            <pc:sldMk cId="3575533543" sldId="388"/>
            <ac:spMk id="2" creationId="{2E237EF6-9A03-4B73-27CF-CFB68A549F20}"/>
          </ac:spMkLst>
        </pc:spChg>
        <pc:spChg chg="mod">
          <ac:chgData name="Rami Haidar" userId="798091b73859c094" providerId="LiveId" clId="{59BFCC0A-7D56-4736-845F-85464F4463E6}" dt="2026-06-07T14:03:52.837" v="1039" actId="20577"/>
          <ac:spMkLst>
            <pc:docMk/>
            <pc:sldMk cId="3575533543" sldId="388"/>
            <ac:spMk id="3" creationId="{1EF6C9BE-1BA9-017A-F5D6-E60D326CCB1C}"/>
          </ac:spMkLst>
        </pc:spChg>
        <pc:spChg chg="add mod">
          <ac:chgData name="Rami Haidar" userId="798091b73859c094" providerId="LiveId" clId="{59BFCC0A-7D56-4736-845F-85464F4463E6}" dt="2026-06-05T18:01:12.192" v="864"/>
          <ac:spMkLst>
            <pc:docMk/>
            <pc:sldMk cId="3575533543" sldId="388"/>
            <ac:spMk id="6" creationId="{B8ED0489-D1F4-0842-A375-D91283A720C4}"/>
          </ac:spMkLst>
        </pc:spChg>
        <pc:spChg chg="add mod">
          <ac:chgData name="Rami Haidar" userId="798091b73859c094" providerId="LiveId" clId="{59BFCC0A-7D56-4736-845F-85464F4463E6}" dt="2026-06-05T18:02:05.970" v="869"/>
          <ac:spMkLst>
            <pc:docMk/>
            <pc:sldMk cId="3575533543" sldId="388"/>
            <ac:spMk id="7" creationId="{5B884A47-2C05-6D4E-DAE2-80DEC1F38B0E}"/>
          </ac:spMkLst>
        </pc:spChg>
        <pc:spChg chg="add mod">
          <ac:chgData name="Rami Haidar" userId="798091b73859c094" providerId="LiveId" clId="{59BFCC0A-7D56-4736-845F-85464F4463E6}" dt="2026-06-05T18:02:18.331" v="873" actId="20577"/>
          <ac:spMkLst>
            <pc:docMk/>
            <pc:sldMk cId="3575533543" sldId="388"/>
            <ac:spMk id="9" creationId="{B95F1E83-C99C-2DF4-D947-FFA7CC4BBFBC}"/>
          </ac:spMkLst>
        </pc:spChg>
        <pc:spChg chg="add mod">
          <ac:chgData name="Rami Haidar" userId="798091b73859c094" providerId="LiveId" clId="{59BFCC0A-7D56-4736-845F-85464F4463E6}" dt="2026-06-05T18:03:59.070" v="890" actId="20577"/>
          <ac:spMkLst>
            <pc:docMk/>
            <pc:sldMk cId="3575533543" sldId="388"/>
            <ac:spMk id="10" creationId="{F1FAA5B8-4F2C-D64E-39B6-80B8F4A6A5AB}"/>
          </ac:spMkLst>
        </pc:spChg>
        <pc:spChg chg="add mod">
          <ac:chgData name="Rami Haidar" userId="798091b73859c094" providerId="LiveId" clId="{59BFCC0A-7D56-4736-845F-85464F4463E6}" dt="2026-06-05T18:03:29.057" v="886" actId="1076"/>
          <ac:spMkLst>
            <pc:docMk/>
            <pc:sldMk cId="3575533543" sldId="388"/>
            <ac:spMk id="11" creationId="{BC30342E-A35F-5849-6C5E-C69A3CAE2A63}"/>
          </ac:spMkLst>
        </pc:spChg>
        <pc:spChg chg="add mod">
          <ac:chgData name="Rami Haidar" userId="798091b73859c094" providerId="LiveId" clId="{59BFCC0A-7D56-4736-845F-85464F4463E6}" dt="2026-06-05T18:03:21.477" v="884"/>
          <ac:spMkLst>
            <pc:docMk/>
            <pc:sldMk cId="3575533543" sldId="388"/>
            <ac:spMk id="12" creationId="{5097ACFE-4BED-E8F3-A143-BDDFF56D3FAE}"/>
          </ac:spMkLst>
        </pc:spChg>
        <pc:graphicFrameChg chg="add mod">
          <ac:chgData name="Rami Haidar" userId="798091b73859c094" providerId="LiveId" clId="{59BFCC0A-7D56-4736-845F-85464F4463E6}" dt="2026-06-05T18:02:05.970" v="869"/>
          <ac:graphicFrameMkLst>
            <pc:docMk/>
            <pc:sldMk cId="3575533543" sldId="388"/>
            <ac:graphicFrameMk id="8" creationId="{5B3C8A2A-31C3-99F2-175D-CC3786A929DA}"/>
          </ac:graphicFrameMkLst>
        </pc:graphicFrameChg>
        <pc:picChg chg="add mod">
          <ac:chgData name="Rami Haidar" userId="798091b73859c094" providerId="LiveId" clId="{59BFCC0A-7D56-4736-845F-85464F4463E6}" dt="2026-06-07T14:26:48.298" v="1075"/>
          <ac:picMkLst>
            <pc:docMk/>
            <pc:sldMk cId="3575533543" sldId="388"/>
            <ac:picMk id="13" creationId="{8A5A1B77-5BA8-7814-0797-A0685EFB532B}"/>
          </ac:picMkLst>
        </pc:picChg>
      </pc:sldChg>
      <pc:sldChg chg="addSp delSp modSp new mod">
        <pc:chgData name="Rami Haidar" userId="798091b73859c094" providerId="LiveId" clId="{59BFCC0A-7D56-4736-845F-85464F4463E6}" dt="2026-06-07T14:26:49.795" v="1076"/>
        <pc:sldMkLst>
          <pc:docMk/>
          <pc:sldMk cId="1404327253" sldId="390"/>
        </pc:sldMkLst>
        <pc:spChg chg="add mod">
          <ac:chgData name="Rami Haidar" userId="798091b73859c094" providerId="LiveId" clId="{59BFCC0A-7D56-4736-845F-85464F4463E6}" dt="2026-06-05T18:04:34.535" v="896"/>
          <ac:spMkLst>
            <pc:docMk/>
            <pc:sldMk cId="1404327253" sldId="390"/>
            <ac:spMk id="4" creationId="{F4E0FC5F-DC5B-F26B-3BC2-78C6635EA5B8}"/>
          </ac:spMkLst>
        </pc:spChg>
        <pc:spChg chg="add mod">
          <ac:chgData name="Rami Haidar" userId="798091b73859c094" providerId="LiveId" clId="{59BFCC0A-7D56-4736-845F-85464F4463E6}" dt="2026-06-05T18:04:34.535" v="896"/>
          <ac:spMkLst>
            <pc:docMk/>
            <pc:sldMk cId="1404327253" sldId="390"/>
            <ac:spMk id="6" creationId="{28F180F5-FBF0-010B-594D-6C1DBE8512B0}"/>
          </ac:spMkLst>
        </pc:spChg>
        <pc:spChg chg="add mod">
          <ac:chgData name="Rami Haidar" userId="798091b73859c094" providerId="LiveId" clId="{59BFCC0A-7D56-4736-845F-85464F4463E6}" dt="2026-06-05T18:04:34.535" v="896"/>
          <ac:spMkLst>
            <pc:docMk/>
            <pc:sldMk cId="1404327253" sldId="390"/>
            <ac:spMk id="7" creationId="{C002372C-EF95-5225-FC19-E612BDDD4681}"/>
          </ac:spMkLst>
        </pc:spChg>
        <pc:spChg chg="add mod">
          <ac:chgData name="Rami Haidar" userId="798091b73859c094" providerId="LiveId" clId="{59BFCC0A-7D56-4736-845F-85464F4463E6}" dt="2026-06-05T18:04:42.990" v="898"/>
          <ac:spMkLst>
            <pc:docMk/>
            <pc:sldMk cId="1404327253" sldId="390"/>
            <ac:spMk id="8" creationId="{5174D9B3-F741-020B-C4CA-9AFAD8061B96}"/>
          </ac:spMkLst>
        </pc:spChg>
        <pc:spChg chg="add mod">
          <ac:chgData name="Rami Haidar" userId="798091b73859c094" providerId="LiveId" clId="{59BFCC0A-7D56-4736-845F-85464F4463E6}" dt="2026-06-05T18:04:42.990" v="898"/>
          <ac:spMkLst>
            <pc:docMk/>
            <pc:sldMk cId="1404327253" sldId="390"/>
            <ac:spMk id="9" creationId="{EEF7EE61-2B21-544C-5B40-EC0CDD2B44FA}"/>
          </ac:spMkLst>
        </pc:spChg>
        <pc:picChg chg="add mod">
          <ac:chgData name="Rami Haidar" userId="798091b73859c094" providerId="LiveId" clId="{59BFCC0A-7D56-4736-845F-85464F4463E6}" dt="2026-06-07T14:26:49.795" v="1076"/>
          <ac:picMkLst>
            <pc:docMk/>
            <pc:sldMk cId="1404327253" sldId="390"/>
            <ac:picMk id="2" creationId="{834864F4-36CB-DF9F-EC88-4CEBCFB12D19}"/>
          </ac:picMkLst>
        </pc:picChg>
      </pc:sldChg>
      <pc:sldChg chg="addSp delSp modSp new mod">
        <pc:chgData name="Rami Haidar" userId="798091b73859c094" providerId="LiveId" clId="{59BFCC0A-7D56-4736-845F-85464F4463E6}" dt="2026-06-07T14:26:51.236" v="1077"/>
        <pc:sldMkLst>
          <pc:docMk/>
          <pc:sldMk cId="3594593622" sldId="391"/>
        </pc:sldMkLst>
        <pc:spChg chg="mod">
          <ac:chgData name="Rami Haidar" userId="798091b73859c094" providerId="LiveId" clId="{59BFCC0A-7D56-4736-845F-85464F4463E6}" dt="2026-06-05T18:07:31.980" v="913" actId="20577"/>
          <ac:spMkLst>
            <pc:docMk/>
            <pc:sldMk cId="3594593622" sldId="391"/>
            <ac:spMk id="3" creationId="{C612795A-8096-99C2-51DB-66CF925D8290}"/>
          </ac:spMkLst>
        </pc:spChg>
        <pc:spChg chg="add mod">
          <ac:chgData name="Rami Haidar" userId="798091b73859c094" providerId="LiveId" clId="{59BFCC0A-7D56-4736-845F-85464F4463E6}" dt="2026-06-05T18:09:05.461" v="924" actId="1076"/>
          <ac:spMkLst>
            <pc:docMk/>
            <pc:sldMk cId="3594593622" sldId="391"/>
            <ac:spMk id="6" creationId="{39C7DE1F-4CEA-43B8-4F25-7BFBB80592EF}"/>
          </ac:spMkLst>
        </pc:spChg>
        <pc:spChg chg="add mod">
          <ac:chgData name="Rami Haidar" userId="798091b73859c094" providerId="LiveId" clId="{59BFCC0A-7D56-4736-845F-85464F4463E6}" dt="2026-06-05T18:09:05.461" v="924" actId="1076"/>
          <ac:spMkLst>
            <pc:docMk/>
            <pc:sldMk cId="3594593622" sldId="391"/>
            <ac:spMk id="7" creationId="{375E4DE1-DA36-6173-BB08-60900308F44B}"/>
          </ac:spMkLst>
        </pc:spChg>
        <pc:spChg chg="add mod">
          <ac:chgData name="Rami Haidar" userId="798091b73859c094" providerId="LiveId" clId="{59BFCC0A-7D56-4736-845F-85464F4463E6}" dt="2026-06-05T18:09:31.313" v="926" actId="20577"/>
          <ac:spMkLst>
            <pc:docMk/>
            <pc:sldMk cId="3594593622" sldId="391"/>
            <ac:spMk id="8" creationId="{F0DCB5C7-39F7-3E03-BCF7-211025866406}"/>
          </ac:spMkLst>
        </pc:spChg>
        <pc:spChg chg="add mod">
          <ac:chgData name="Rami Haidar" userId="798091b73859c094" providerId="LiveId" clId="{59BFCC0A-7D56-4736-845F-85464F4463E6}" dt="2026-06-05T18:09:05.461" v="924" actId="1076"/>
          <ac:spMkLst>
            <pc:docMk/>
            <pc:sldMk cId="3594593622" sldId="391"/>
            <ac:spMk id="9" creationId="{4E07FF86-467D-66CD-02D4-EDC0CD032637}"/>
          </ac:spMkLst>
        </pc:spChg>
        <pc:spChg chg="add mod">
          <ac:chgData name="Rami Haidar" userId="798091b73859c094" providerId="LiveId" clId="{59BFCC0A-7D56-4736-845F-85464F4463E6}" dt="2026-06-05T18:09:05.461" v="924" actId="1076"/>
          <ac:spMkLst>
            <pc:docMk/>
            <pc:sldMk cId="3594593622" sldId="391"/>
            <ac:spMk id="10" creationId="{C8E2A251-59D6-3547-8BA9-F6336242150B}"/>
          </ac:spMkLst>
        </pc:spChg>
        <pc:spChg chg="add mod">
          <ac:chgData name="Rami Haidar" userId="798091b73859c094" providerId="LiveId" clId="{59BFCC0A-7D56-4736-845F-85464F4463E6}" dt="2026-06-05T18:09:05.461" v="924" actId="1076"/>
          <ac:spMkLst>
            <pc:docMk/>
            <pc:sldMk cId="3594593622" sldId="391"/>
            <ac:spMk id="11" creationId="{2DCA5FBB-68B6-6C1F-87CE-9FE8EC97388A}"/>
          </ac:spMkLst>
        </pc:spChg>
        <pc:spChg chg="add mod">
          <ac:chgData name="Rami Haidar" userId="798091b73859c094" providerId="LiveId" clId="{59BFCC0A-7D56-4736-845F-85464F4463E6}" dt="2026-06-05T18:08:20.212" v="919"/>
          <ac:spMkLst>
            <pc:docMk/>
            <pc:sldMk cId="3594593622" sldId="391"/>
            <ac:spMk id="12" creationId="{614DFB92-7C99-AEA7-78DE-983EDAAAA762}"/>
          </ac:spMkLst>
        </pc:spChg>
        <pc:spChg chg="add mod">
          <ac:chgData name="Rami Haidar" userId="798091b73859c094" providerId="LiveId" clId="{59BFCC0A-7D56-4736-845F-85464F4463E6}" dt="2026-06-05T18:08:23.420" v="920"/>
          <ac:spMkLst>
            <pc:docMk/>
            <pc:sldMk cId="3594593622" sldId="391"/>
            <ac:spMk id="13" creationId="{58F083A2-11F9-9132-CF24-881E2437431B}"/>
          </ac:spMkLst>
        </pc:spChg>
        <pc:picChg chg="add mod">
          <ac:chgData name="Rami Haidar" userId="798091b73859c094" providerId="LiveId" clId="{59BFCC0A-7D56-4736-845F-85464F4463E6}" dt="2026-06-07T14:26:51.236" v="1077"/>
          <ac:picMkLst>
            <pc:docMk/>
            <pc:sldMk cId="3594593622" sldId="391"/>
            <ac:picMk id="2" creationId="{00C4C9B3-982B-0BAC-4AE8-9388775A6ACF}"/>
          </ac:picMkLst>
        </pc:picChg>
      </pc:sldChg>
      <pc:sldChg chg="addSp delSp modSp new mod">
        <pc:chgData name="Rami Haidar" userId="798091b73859c094" providerId="LiveId" clId="{59BFCC0A-7D56-4736-845F-85464F4463E6}" dt="2026-06-07T14:26:52.571" v="1078"/>
        <pc:sldMkLst>
          <pc:docMk/>
          <pc:sldMk cId="3058219171" sldId="392"/>
        </pc:sldMkLst>
        <pc:spChg chg="mod">
          <ac:chgData name="Rami Haidar" userId="798091b73859c094" providerId="LiveId" clId="{59BFCC0A-7D56-4736-845F-85464F4463E6}" dt="2026-06-05T18:10:06.404" v="929" actId="20577"/>
          <ac:spMkLst>
            <pc:docMk/>
            <pc:sldMk cId="3058219171" sldId="392"/>
            <ac:spMk id="3" creationId="{413BCCE0-3E68-B44F-F368-46EFC0F4D2F2}"/>
          </ac:spMkLst>
        </pc:spChg>
        <pc:spChg chg="add mod">
          <ac:chgData name="Rami Haidar" userId="798091b73859c094" providerId="LiveId" clId="{59BFCC0A-7D56-4736-845F-85464F4463E6}" dt="2026-06-05T18:10:10.959" v="930"/>
          <ac:spMkLst>
            <pc:docMk/>
            <pc:sldMk cId="3058219171" sldId="392"/>
            <ac:spMk id="6" creationId="{A4CFA1E8-4A82-8EC0-E21A-CD324B061314}"/>
          </ac:spMkLst>
        </pc:spChg>
        <pc:spChg chg="add mod">
          <ac:chgData name="Rami Haidar" userId="798091b73859c094" providerId="LiveId" clId="{59BFCC0A-7D56-4736-845F-85464F4463E6}" dt="2026-06-05T18:10:14.904" v="931"/>
          <ac:spMkLst>
            <pc:docMk/>
            <pc:sldMk cId="3058219171" sldId="392"/>
            <ac:spMk id="7" creationId="{566D7155-3BD6-E678-B5A8-6C50766D66EE}"/>
          </ac:spMkLst>
        </pc:spChg>
        <pc:spChg chg="add mod">
          <ac:chgData name="Rami Haidar" userId="798091b73859c094" providerId="LiveId" clId="{59BFCC0A-7D56-4736-845F-85464F4463E6}" dt="2026-06-05T18:10:26.360" v="933"/>
          <ac:spMkLst>
            <pc:docMk/>
            <pc:sldMk cId="3058219171" sldId="392"/>
            <ac:spMk id="8" creationId="{08C72FBC-B268-D95D-16D9-00666577534E}"/>
          </ac:spMkLst>
        </pc:spChg>
        <pc:spChg chg="add mod">
          <ac:chgData name="Rami Haidar" userId="798091b73859c094" providerId="LiveId" clId="{59BFCC0A-7D56-4736-845F-85464F4463E6}" dt="2026-06-05T18:10:26.360" v="933"/>
          <ac:spMkLst>
            <pc:docMk/>
            <pc:sldMk cId="3058219171" sldId="392"/>
            <ac:spMk id="9" creationId="{293E31A8-DE07-33A0-4D43-3F2B6D950901}"/>
          </ac:spMkLst>
        </pc:spChg>
        <pc:spChg chg="add mod">
          <ac:chgData name="Rami Haidar" userId="798091b73859c094" providerId="LiveId" clId="{59BFCC0A-7D56-4736-845F-85464F4463E6}" dt="2026-06-05T18:10:26.360" v="933"/>
          <ac:spMkLst>
            <pc:docMk/>
            <pc:sldMk cId="3058219171" sldId="392"/>
            <ac:spMk id="10" creationId="{3F1F86D1-0E9A-5B95-CC50-DFC7C26E7156}"/>
          </ac:spMkLst>
        </pc:spChg>
        <pc:spChg chg="add mod">
          <ac:chgData name="Rami Haidar" userId="798091b73859c094" providerId="LiveId" clId="{59BFCC0A-7D56-4736-845F-85464F4463E6}" dt="2026-06-05T18:10:33.546" v="935" actId="20577"/>
          <ac:spMkLst>
            <pc:docMk/>
            <pc:sldMk cId="3058219171" sldId="392"/>
            <ac:spMk id="11" creationId="{2E21B66B-3936-CE85-6804-6DC2DF36C5D6}"/>
          </ac:spMkLst>
        </pc:spChg>
        <pc:spChg chg="add mod">
          <ac:chgData name="Rami Haidar" userId="798091b73859c094" providerId="LiveId" clId="{59BFCC0A-7D56-4736-845F-85464F4463E6}" dt="2026-06-05T18:10:26.360" v="933"/>
          <ac:spMkLst>
            <pc:docMk/>
            <pc:sldMk cId="3058219171" sldId="392"/>
            <ac:spMk id="18" creationId="{3C8E3B9B-6E66-88B0-351E-8864643AD9EC}"/>
          </ac:spMkLst>
        </pc:spChg>
        <pc:picChg chg="add mod">
          <ac:chgData name="Rami Haidar" userId="798091b73859c094" providerId="LiveId" clId="{59BFCC0A-7D56-4736-845F-85464F4463E6}" dt="2026-06-07T14:26:52.571" v="1078"/>
          <ac:picMkLst>
            <pc:docMk/>
            <pc:sldMk cId="3058219171" sldId="392"/>
            <ac:picMk id="2" creationId="{792E96B8-25AB-4BD9-695C-E24834526A08}"/>
          </ac:picMkLst>
        </pc:picChg>
        <pc:cxnChg chg="add mod">
          <ac:chgData name="Rami Haidar" userId="798091b73859c094" providerId="LiveId" clId="{59BFCC0A-7D56-4736-845F-85464F4463E6}" dt="2026-06-05T18:10:26.360" v="933"/>
          <ac:cxnSpMkLst>
            <pc:docMk/>
            <pc:sldMk cId="3058219171" sldId="392"/>
            <ac:cxnSpMk id="12" creationId="{387FB3AA-69AB-C817-D757-CC13E16AE747}"/>
          </ac:cxnSpMkLst>
        </pc:cxnChg>
        <pc:cxnChg chg="add mod">
          <ac:chgData name="Rami Haidar" userId="798091b73859c094" providerId="LiveId" clId="{59BFCC0A-7D56-4736-845F-85464F4463E6}" dt="2026-06-05T18:10:26.360" v="933"/>
          <ac:cxnSpMkLst>
            <pc:docMk/>
            <pc:sldMk cId="3058219171" sldId="392"/>
            <ac:cxnSpMk id="13" creationId="{180A8F2C-CC58-03E4-74D0-7EDEB91F79CF}"/>
          </ac:cxnSpMkLst>
        </pc:cxnChg>
        <pc:cxnChg chg="add mod">
          <ac:chgData name="Rami Haidar" userId="798091b73859c094" providerId="LiveId" clId="{59BFCC0A-7D56-4736-845F-85464F4463E6}" dt="2026-06-05T18:10:26.360" v="933"/>
          <ac:cxnSpMkLst>
            <pc:docMk/>
            <pc:sldMk cId="3058219171" sldId="392"/>
            <ac:cxnSpMk id="14" creationId="{1E696D5D-E190-B87F-1B19-607485C28FE3}"/>
          </ac:cxnSpMkLst>
        </pc:cxnChg>
        <pc:cxnChg chg="add mod">
          <ac:chgData name="Rami Haidar" userId="798091b73859c094" providerId="LiveId" clId="{59BFCC0A-7D56-4736-845F-85464F4463E6}" dt="2026-06-05T18:10:26.360" v="933"/>
          <ac:cxnSpMkLst>
            <pc:docMk/>
            <pc:sldMk cId="3058219171" sldId="392"/>
            <ac:cxnSpMk id="15" creationId="{4DEFB52A-8F7D-DBC5-930E-F100F1B67656}"/>
          </ac:cxnSpMkLst>
        </pc:cxnChg>
        <pc:cxnChg chg="add mod">
          <ac:chgData name="Rami Haidar" userId="798091b73859c094" providerId="LiveId" clId="{59BFCC0A-7D56-4736-845F-85464F4463E6}" dt="2026-06-05T18:10:26.360" v="933"/>
          <ac:cxnSpMkLst>
            <pc:docMk/>
            <pc:sldMk cId="3058219171" sldId="392"/>
            <ac:cxnSpMk id="16" creationId="{121061B6-9C25-8248-E1A2-84055792FA82}"/>
          </ac:cxnSpMkLst>
        </pc:cxnChg>
      </pc:sldChg>
      <pc:sldChg chg="addSp delSp modSp new mod">
        <pc:chgData name="Rami Haidar" userId="798091b73859c094" providerId="LiveId" clId="{59BFCC0A-7D56-4736-845F-85464F4463E6}" dt="2026-06-07T14:26:53.882" v="1079"/>
        <pc:sldMkLst>
          <pc:docMk/>
          <pc:sldMk cId="2832701579" sldId="393"/>
        </pc:sldMkLst>
        <pc:spChg chg="mod">
          <ac:chgData name="Rami Haidar" userId="798091b73859c094" providerId="LiveId" clId="{59BFCC0A-7D56-4736-845F-85464F4463E6}" dt="2026-06-05T18:11:33.063" v="942"/>
          <ac:spMkLst>
            <pc:docMk/>
            <pc:sldMk cId="2832701579" sldId="393"/>
            <ac:spMk id="3" creationId="{2C0DA80A-0E3D-F4C5-6E23-A0EE739A0D7E}"/>
          </ac:spMkLst>
        </pc:spChg>
        <pc:spChg chg="add mod">
          <ac:chgData name="Rami Haidar" userId="798091b73859c094" providerId="LiveId" clId="{59BFCC0A-7D56-4736-845F-85464F4463E6}" dt="2026-06-05T18:11:38.011" v="943"/>
          <ac:spMkLst>
            <pc:docMk/>
            <pc:sldMk cId="2832701579" sldId="393"/>
            <ac:spMk id="6" creationId="{A86168AE-CBD8-A740-A01B-E3E54ABEA4A7}"/>
          </ac:spMkLst>
        </pc:spChg>
        <pc:spChg chg="add mod">
          <ac:chgData name="Rami Haidar" userId="798091b73859c094" providerId="LiveId" clId="{59BFCC0A-7D56-4736-845F-85464F4463E6}" dt="2026-06-05T18:11:43.356" v="944"/>
          <ac:spMkLst>
            <pc:docMk/>
            <pc:sldMk cId="2832701579" sldId="393"/>
            <ac:spMk id="7" creationId="{DCFEF984-563D-FE3D-2FA2-A7F916800C11}"/>
          </ac:spMkLst>
        </pc:spChg>
        <pc:spChg chg="add mod">
          <ac:chgData name="Rami Haidar" userId="798091b73859c094" providerId="LiveId" clId="{59BFCC0A-7D56-4736-845F-85464F4463E6}" dt="2026-06-05T18:11:43.356" v="944"/>
          <ac:spMkLst>
            <pc:docMk/>
            <pc:sldMk cId="2832701579" sldId="393"/>
            <ac:spMk id="8" creationId="{EB509487-DBCC-F3D1-DF0C-0B1223634D05}"/>
          </ac:spMkLst>
        </pc:spChg>
        <pc:spChg chg="mod">
          <ac:chgData name="Rami Haidar" userId="798091b73859c094" providerId="LiveId" clId="{59BFCC0A-7D56-4736-845F-85464F4463E6}" dt="2026-06-06T09:03:20.871" v="1010" actId="20577"/>
          <ac:spMkLst>
            <pc:docMk/>
            <pc:sldMk cId="2832701579" sldId="393"/>
            <ac:spMk id="9" creationId="{3606F88C-0FF5-2344-03B2-230C06C3073A}"/>
          </ac:spMkLst>
        </pc:spChg>
        <pc:spChg chg="add mod">
          <ac:chgData name="Rami Haidar" userId="798091b73859c094" providerId="LiveId" clId="{59BFCC0A-7D56-4736-845F-85464F4463E6}" dt="2026-06-05T18:11:43.356" v="944"/>
          <ac:spMkLst>
            <pc:docMk/>
            <pc:sldMk cId="2832701579" sldId="393"/>
            <ac:spMk id="11" creationId="{E4F6E93A-0DBC-103C-5F2E-705EF92A2951}"/>
          </ac:spMkLst>
        </pc:spChg>
        <pc:spChg chg="add mod">
          <ac:chgData name="Rami Haidar" userId="798091b73859c094" providerId="LiveId" clId="{59BFCC0A-7D56-4736-845F-85464F4463E6}" dt="2026-06-05T18:11:43.356" v="944"/>
          <ac:spMkLst>
            <pc:docMk/>
            <pc:sldMk cId="2832701579" sldId="393"/>
            <ac:spMk id="12" creationId="{9264010D-EA01-D3E5-F5C0-BD71B2A90B21}"/>
          </ac:spMkLst>
        </pc:spChg>
        <pc:spChg chg="add mod">
          <ac:chgData name="Rami Haidar" userId="798091b73859c094" providerId="LiveId" clId="{59BFCC0A-7D56-4736-845F-85464F4463E6}" dt="2026-06-05T18:11:43.356" v="944"/>
          <ac:spMkLst>
            <pc:docMk/>
            <pc:sldMk cId="2832701579" sldId="393"/>
            <ac:spMk id="13" creationId="{21ACD198-E4DD-5EE5-822E-9787D6DA14E5}"/>
          </ac:spMkLst>
        </pc:spChg>
        <pc:spChg chg="add mod">
          <ac:chgData name="Rami Haidar" userId="798091b73859c094" providerId="LiveId" clId="{59BFCC0A-7D56-4736-845F-85464F4463E6}" dt="2026-06-05T18:11:43.356" v="944"/>
          <ac:spMkLst>
            <pc:docMk/>
            <pc:sldMk cId="2832701579" sldId="393"/>
            <ac:spMk id="14" creationId="{94799C51-6C6D-7488-83DB-AB909D60BDAB}"/>
          </ac:spMkLst>
        </pc:spChg>
        <pc:spChg chg="add mod">
          <ac:chgData name="Rami Haidar" userId="798091b73859c094" providerId="LiveId" clId="{59BFCC0A-7D56-4736-845F-85464F4463E6}" dt="2026-06-05T18:11:43.356" v="944"/>
          <ac:spMkLst>
            <pc:docMk/>
            <pc:sldMk cId="2832701579" sldId="393"/>
            <ac:spMk id="15" creationId="{4324C1D8-B323-C5AF-357C-FA0B422109DF}"/>
          </ac:spMkLst>
        </pc:spChg>
        <pc:spChg chg="add mod">
          <ac:chgData name="Rami Haidar" userId="798091b73859c094" providerId="LiveId" clId="{59BFCC0A-7D56-4736-845F-85464F4463E6}" dt="2026-06-05T18:11:43.356" v="944"/>
          <ac:spMkLst>
            <pc:docMk/>
            <pc:sldMk cId="2832701579" sldId="393"/>
            <ac:spMk id="16" creationId="{02A166BD-C8E8-1DD6-8D9A-ECA95594456C}"/>
          </ac:spMkLst>
        </pc:spChg>
        <pc:spChg chg="add mod">
          <ac:chgData name="Rami Haidar" userId="798091b73859c094" providerId="LiveId" clId="{59BFCC0A-7D56-4736-845F-85464F4463E6}" dt="2026-06-05T18:11:43.356" v="944"/>
          <ac:spMkLst>
            <pc:docMk/>
            <pc:sldMk cId="2832701579" sldId="393"/>
            <ac:spMk id="17" creationId="{20961A18-8222-25E2-8EF5-0EB4767C95B9}"/>
          </ac:spMkLst>
        </pc:spChg>
        <pc:spChg chg="add mod">
          <ac:chgData name="Rami Haidar" userId="798091b73859c094" providerId="LiveId" clId="{59BFCC0A-7D56-4736-845F-85464F4463E6}" dt="2026-06-05T18:11:43.356" v="944"/>
          <ac:spMkLst>
            <pc:docMk/>
            <pc:sldMk cId="2832701579" sldId="393"/>
            <ac:spMk id="18" creationId="{D2E5D0F4-2760-3B9F-BC22-4034845603DF}"/>
          </ac:spMkLst>
        </pc:spChg>
        <pc:spChg chg="add mod">
          <ac:chgData name="Rami Haidar" userId="798091b73859c094" providerId="LiveId" clId="{59BFCC0A-7D56-4736-845F-85464F4463E6}" dt="2026-06-05T18:11:54.603" v="946"/>
          <ac:spMkLst>
            <pc:docMk/>
            <pc:sldMk cId="2832701579" sldId="393"/>
            <ac:spMk id="19" creationId="{C73AED52-937B-D2FD-AF19-EE90C1994697}"/>
          </ac:spMkLst>
        </pc:spChg>
        <pc:picChg chg="add mod">
          <ac:chgData name="Rami Haidar" userId="798091b73859c094" providerId="LiveId" clId="{59BFCC0A-7D56-4736-845F-85464F4463E6}" dt="2026-06-07T14:26:53.882" v="1079"/>
          <ac:picMkLst>
            <pc:docMk/>
            <pc:sldMk cId="2832701579" sldId="393"/>
            <ac:picMk id="2" creationId="{9543DB13-C0B7-8C23-05C0-6473290010E4}"/>
          </ac:picMkLst>
        </pc:picChg>
      </pc:sldChg>
      <pc:sldChg chg="addSp modSp new mod">
        <pc:chgData name="Rami Haidar" userId="798091b73859c094" providerId="LiveId" clId="{59BFCC0A-7D56-4736-845F-85464F4463E6}" dt="2026-06-05T18:12:38.442" v="953" actId="108"/>
        <pc:sldMkLst>
          <pc:docMk/>
          <pc:sldMk cId="3982789043" sldId="394"/>
        </pc:sldMkLst>
        <pc:spChg chg="mod">
          <ac:chgData name="Rami Haidar" userId="798091b73859c094" providerId="LiveId" clId="{59BFCC0A-7D56-4736-845F-85464F4463E6}" dt="2026-06-05T18:12:38.442" v="953" actId="108"/>
          <ac:spMkLst>
            <pc:docMk/>
            <pc:sldMk cId="3982789043" sldId="394"/>
            <ac:spMk id="2" creationId="{C4EC7EF6-9EE4-EAC9-8884-2E2EA0D40108}"/>
          </ac:spMkLst>
        </pc:spChg>
        <pc:spChg chg="mod">
          <ac:chgData name="Rami Haidar" userId="798091b73859c094" providerId="LiveId" clId="{59BFCC0A-7D56-4736-845F-85464F4463E6}" dt="2026-06-05T18:12:11.799" v="949"/>
          <ac:spMkLst>
            <pc:docMk/>
            <pc:sldMk cId="3982789043" sldId="394"/>
            <ac:spMk id="3" creationId="{AC3E6088-BB5B-3032-DF18-C202B97389BC}"/>
          </ac:spMkLst>
        </pc:spChg>
        <pc:spChg chg="add mod">
          <ac:chgData name="Rami Haidar" userId="798091b73859c094" providerId="LiveId" clId="{59BFCC0A-7D56-4736-845F-85464F4463E6}" dt="2026-06-05T18:12:15.867" v="950"/>
          <ac:spMkLst>
            <pc:docMk/>
            <pc:sldMk cId="3982789043" sldId="394"/>
            <ac:spMk id="6" creationId="{F7D4D6B5-C1D5-8555-9BA6-6A586BB782EA}"/>
          </ac:spMkLst>
        </pc:spChg>
      </pc:sldChg>
      <pc:sldMasterChg chg="delSldLayout">
        <pc:chgData name="Rami Haidar" userId="798091b73859c094" providerId="LiveId" clId="{59BFCC0A-7D56-4736-845F-85464F4463E6}" dt="2026-06-05T17:50:09.662" v="766" actId="47"/>
        <pc:sldMasterMkLst>
          <pc:docMk/>
          <pc:sldMasterMk cId="0" sldId="2147483663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Winter</c:v>
                </c:pt>
              </c:strCache>
            </c:strRef>
          </c:tx>
          <c:spPr>
            <a:solidFill>
              <a:srgbClr val="3F7DB8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72140"/>
                    </a:solidFill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Model A</c:v>
                </c:pt>
                <c:pt idx="1">
                  <c:v>Model B</c:v>
                </c:pt>
                <c:pt idx="2">
                  <c:v>Model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8.6</c:v>
                </c:pt>
                <c:pt idx="1">
                  <c:v>5.9</c:v>
                </c:pt>
                <c:pt idx="2">
                  <c:v>2.5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63A-4BF6-A802-ADE7686940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Summer</c:v>
                </c:pt>
              </c:strCache>
            </c:strRef>
          </c:tx>
          <c:spPr>
            <a:solidFill>
              <a:srgbClr val="E37222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72140"/>
                    </a:solidFill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Model A</c:v>
                </c:pt>
                <c:pt idx="1">
                  <c:v>Model B</c:v>
                </c:pt>
                <c:pt idx="2">
                  <c:v>Model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3.2</c:v>
                </c:pt>
                <c:pt idx="1">
                  <c:v>3.2</c:v>
                </c:pt>
                <c:pt idx="2">
                  <c:v>0.95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63A-4BF6-A802-ADE7686940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de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de-DE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100">
              <a:latin typeface="Arial"/>
            </a:defRPr>
          </a:pPr>
          <a:endParaRPr lang="de-DE"/>
        </a:p>
      </c:txPr>
    </c:legend>
    <c:plotVisOnly val="1"/>
    <c:dispBlanksAs val="gap"/>
    <c:showDLblsOverMax val="1"/>
  </c:chart>
  <c:txPr>
    <a:bodyPr/>
    <a:lstStyle/>
    <a:p>
      <a:pPr>
        <a:defRPr sz="1100">
          <a:solidFill>
            <a:srgbClr val="07214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07/06/2026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07/06/2026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1200"/>
                  </a:spcAft>
                  <a:buNone/>
                </a:pPr>
                <a:r>
                  <a:rPr lang="de-DE" b="0" u="none" strike="noStrike" dirty="0">
                    <a:effectLst/>
                    <a:latin typeface="Google Sans"/>
                  </a:rPr>
                  <a:t>(Lag) von k:</a:t>
                </a:r>
                <a:br>
                  <a:rPr lang="de-DE" b="0" u="none" strike="noStrike" dirty="0">
                    <a:effectLst/>
                    <a:latin typeface="Google Sans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1200"/>
                  </a:spcAft>
                  <a:buNone/>
                </a:pPr>
                <a:r>
                  <a:rPr lang="de-DE" b="0" u="none" strike="noStrike" dirty="0">
                    <a:effectLst/>
                    <a:latin typeface="Google Sans"/>
                  </a:rPr>
                  <a:t>(Lag) von k:</a:t>
                </a:r>
                <a:br>
                  <a:rPr lang="de-DE" b="0" u="none" strike="noStrike" dirty="0">
                    <a:effectLst/>
                    <a:latin typeface="Google Sans"/>
                  </a:rPr>
                </a:br>
                <a:r>
                  <a:rPr lang="de-DE" i="0">
                    <a:latin typeface="Cambria Math" panose="02040503050406030204" pitchFamily="18" charset="0"/>
                  </a:rPr>
                  <a:t>(𝜌_𝑘 ) ̂=(∑24_(𝑡=𝑘+1)^𝑛▒(𝑦_𝑡−𝑦)(𝑦_(𝑡−𝑘)−𝑦) )/(∑24_(𝑡=1)^𝑛▒(𝑦_𝑡−𝑦)^2 )</a:t>
                </a:r>
                <a:endParaRPr lang="de-DE" dirty="0"/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264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(time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constant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$\tau =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R_i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C_i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$) and a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single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overall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heat-loss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number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$UA = 1/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R_i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$ (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watts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lost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per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degree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of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temperature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difference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)</a:t>
            </a:r>
          </a:p>
          <a:p>
            <a:pPr algn="l">
              <a:buNone/>
            </a:pPr>
            <a:endParaRPr lang="de-DE" b="1" i="0" dirty="0">
              <a:solidFill>
                <a:srgbClr val="616161"/>
              </a:solidFill>
              <a:effectLst/>
              <a:latin typeface="Segoe WPC"/>
            </a:endParaRP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-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**UA (W/K)**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—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overall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heat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loss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: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how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many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watts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house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loses per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degree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of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indoor–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outdoor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difference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.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-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**time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constant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(h)**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—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roughly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how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many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hours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building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takes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to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react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(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its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slowest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"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speed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").</a:t>
            </a:r>
          </a:p>
          <a:p>
            <a:b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</a:br>
            <a:endParaRPr lang="de-DE" sz="1200" b="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For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a medium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detached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UK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house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we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would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expect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**UA ≈ 150–350 W/K**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 a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slowest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time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constant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of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**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about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1–3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days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 and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an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effective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solar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window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area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of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a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few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up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to ~10 m².</a:t>
            </a:r>
          </a:p>
          <a:p>
            <a:pPr algn="l">
              <a:buNone/>
            </a:pPr>
            <a:br>
              <a:rPr lang="de-DE" b="1" i="0" dirty="0">
                <a:solidFill>
                  <a:srgbClr val="616161"/>
                </a:solidFill>
                <a:effectLst/>
                <a:latin typeface="Segoe WPC"/>
              </a:rPr>
            </a:br>
            <a:br>
              <a:rPr lang="de-DE" b="1" i="0" dirty="0">
                <a:solidFill>
                  <a:srgbClr val="616161"/>
                </a:solidFill>
                <a:effectLst/>
                <a:latin typeface="Segoe WPC"/>
              </a:rPr>
            </a:br>
            <a:r>
              <a:rPr lang="de-DE" b="1" i="0" dirty="0" err="1">
                <a:solidFill>
                  <a:srgbClr val="616161"/>
                </a:solidFill>
                <a:effectLst/>
                <a:latin typeface="Segoe WPC"/>
              </a:rPr>
              <a:t>What</a:t>
            </a:r>
            <a:r>
              <a:rPr lang="de-DE" b="1" i="0" dirty="0">
                <a:solidFill>
                  <a:srgbClr val="616161"/>
                </a:solidFill>
                <a:effectLst/>
                <a:latin typeface="Segoe WPC"/>
              </a:rPr>
              <a:t> </a:t>
            </a:r>
            <a:r>
              <a:rPr lang="de-DE" b="1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least_squares</a:t>
            </a:r>
            <a:r>
              <a:rPr lang="de-DE" b="1" i="0" dirty="0">
                <a:solidFill>
                  <a:srgbClr val="616161"/>
                </a:solidFill>
                <a:effectLst/>
                <a:latin typeface="Segoe WPC"/>
              </a:rPr>
              <a:t> </a:t>
            </a:r>
            <a:r>
              <a:rPr lang="de-DE" b="1" i="0" dirty="0" err="1">
                <a:solidFill>
                  <a:srgbClr val="616161"/>
                </a:solidFill>
                <a:effectLst/>
                <a:latin typeface="Segoe WPC"/>
              </a:rPr>
              <a:t>minimizes</a:t>
            </a:r>
            <a:endParaRPr lang="de-DE" b="1" i="0" dirty="0">
              <a:solidFill>
                <a:srgbClr val="616161"/>
              </a:solidFill>
              <a:effectLst/>
              <a:latin typeface="Segoe WPC"/>
            </a:endParaRPr>
          </a:p>
          <a:p>
            <a:pPr algn="l">
              <a:spcAft>
                <a:spcPts val="1200"/>
              </a:spcAft>
              <a:buNone/>
            </a:pP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It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minimizes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the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sum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of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squared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residuals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over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all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prediction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steps</a:t>
            </a:r>
            <a:endParaRPr lang="de-DE" b="0" i="0" dirty="0">
              <a:solidFill>
                <a:srgbClr val="616161"/>
              </a:solidFill>
              <a:effectLst/>
              <a:latin typeface="Segoe WPC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across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all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windows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and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across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all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three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horizons</a:t>
            </a:r>
            <a:endParaRPr lang="de-DE" b="0" i="0" dirty="0">
              <a:solidFill>
                <a:srgbClr val="616161"/>
              </a:solidFill>
              <a:effectLst/>
              <a:latin typeface="Segoe WPC"/>
            </a:endParaRPr>
          </a:p>
          <a:p>
            <a:pPr algn="l">
              <a:spcAft>
                <a:spcPts val="1200"/>
              </a:spcAft>
              <a:buNone/>
            </a:pP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So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the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training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error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is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essentially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minimize</a:t>
            </a:r>
            <a:r>
              <a:rPr lang="de-DE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Σ (</a:t>
            </a:r>
            <a:r>
              <a:rPr lang="de-DE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prediction</a:t>
            </a:r>
            <a:r>
              <a:rPr lang="de-DE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de-DE" b="0" i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measurement</a:t>
            </a:r>
            <a:r>
              <a:rPr lang="de-DE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)^2</a:t>
            </a:r>
            <a:endParaRPr lang="de-DE" b="0" i="0" dirty="0">
              <a:solidFill>
                <a:srgbClr val="616161"/>
              </a:solidFill>
              <a:effectLst/>
              <a:latin typeface="Segoe WPC"/>
            </a:endParaRPr>
          </a:p>
          <a:p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over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the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concatenated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residuals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from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the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30-min, 1-day, and 3-day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forecast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blocks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.</a:t>
            </a:r>
          </a:p>
          <a:p>
            <a:pPr algn="l">
              <a:buNone/>
            </a:pPr>
            <a:r>
              <a:rPr lang="de-DE" b="1" i="0" dirty="0" err="1">
                <a:solidFill>
                  <a:srgbClr val="616161"/>
                </a:solidFill>
                <a:effectLst/>
                <a:latin typeface="Segoe WPC"/>
              </a:rPr>
              <a:t>Important</a:t>
            </a:r>
            <a:r>
              <a:rPr lang="de-DE" b="1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1" i="0" dirty="0" err="1">
                <a:solidFill>
                  <a:srgbClr val="616161"/>
                </a:solidFill>
                <a:effectLst/>
                <a:latin typeface="Segoe WPC"/>
              </a:rPr>
              <a:t>nuance</a:t>
            </a:r>
            <a:endParaRPr lang="de-DE" b="1" i="0" dirty="0">
              <a:solidFill>
                <a:srgbClr val="616161"/>
              </a:solidFill>
              <a:effectLst/>
              <a:latin typeface="Segoe WPC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It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does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not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directly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minimize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RMSE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or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MAE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It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minimizes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squared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errors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,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which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is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equivalent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to least-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squares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fitting</a:t>
            </a:r>
            <a:endParaRPr lang="de-DE" b="0" i="0" dirty="0">
              <a:solidFill>
                <a:srgbClr val="616161"/>
              </a:solidFill>
              <a:effectLst/>
              <a:latin typeface="Segoe WPC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The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error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is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on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the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indoor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temperature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only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(</a:t>
            </a:r>
            <a:r>
              <a:rPr lang="de-DE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x[0]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 in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the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model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 </a:t>
            </a:r>
            <a:r>
              <a:rPr lang="de-DE" b="0" i="0" dirty="0" err="1">
                <a:solidFill>
                  <a:srgbClr val="616161"/>
                </a:solidFill>
                <a:effectLst/>
                <a:latin typeface="Segoe WPC"/>
              </a:rPr>
              <a:t>state</a:t>
            </a:r>
            <a:r>
              <a:rPr lang="de-DE" b="0" i="0" dirty="0">
                <a:solidFill>
                  <a:srgbClr val="616161"/>
                </a:solidFill>
                <a:effectLst/>
                <a:latin typeface="Segoe WPC"/>
              </a:rPr>
              <a:t>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900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32500" lnSpcReduction="20000"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b="1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What</a:t>
                </a:r>
                <a:r>
                  <a:rPr lang="de-DE" b="1" i="0" dirty="0">
                    <a:solidFill>
                      <a:srgbClr val="616161"/>
                    </a:solidFill>
                    <a:effectLst/>
                    <a:latin typeface="Segoe WPC"/>
                  </a:rPr>
                  <a:t> </a:t>
                </a:r>
                <a:r>
                  <a:rPr lang="de-DE" b="1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</a:rPr>
                  <a:t>least_squares</a:t>
                </a:r>
                <a:r>
                  <a:rPr lang="de-DE" b="1" i="0" dirty="0">
                    <a:solidFill>
                      <a:srgbClr val="616161"/>
                    </a:solidFill>
                    <a:effectLst/>
                    <a:latin typeface="Segoe WPC"/>
                  </a:rPr>
                  <a:t> </a:t>
                </a:r>
                <a:r>
                  <a:rPr lang="de-DE" b="1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minimizes</a:t>
                </a:r>
                <a:endParaRPr lang="de-DE" b="1" i="0" dirty="0">
                  <a:solidFill>
                    <a:srgbClr val="616161"/>
                  </a:solidFill>
                  <a:effectLst/>
                  <a:latin typeface="Segoe WPC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</a:b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over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the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concatenated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residuals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from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the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30-min, 1-day, and 3-day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forecast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blocks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.</a:t>
                </a:r>
              </a:p>
              <a:p>
                <a:endParaRPr lang="de-DE" dirty="0"/>
              </a:p>
              <a:p>
                <a:r>
                  <a:rPr lang="de-DE" sz="1200" b="1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Keeping </a:t>
                </a:r>
                <a:r>
                  <a:rPr lang="de-DE" sz="1200" b="1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the</a:t>
                </a:r>
                <a:r>
                  <a:rPr lang="de-DE" sz="1200" b="1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1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parameters</a:t>
                </a:r>
                <a:r>
                  <a:rPr lang="de-DE" sz="1200" b="1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1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physical</a:t>
                </a:r>
                <a:r>
                  <a:rPr lang="de-DE" sz="1200" b="1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.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Resistances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and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capacitances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must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be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positive, so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we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fit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their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logarithms</a:t>
                </a:r>
                <a:endParaRPr lang="de-DE" sz="1200" b="0" kern="1200" dirty="0">
                  <a:solidFill>
                    <a:schemeClr val="tx1"/>
                  </a:solidFill>
                  <a:effectLst/>
                  <a:latin typeface="Arial" pitchFamily="34" charset="0"/>
                  <a:ea typeface="+mn-ea"/>
                  <a:cs typeface="Arial" pitchFamily="34" charset="0"/>
                </a:endParaRPr>
              </a:p>
              <a:p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(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which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can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never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go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negative);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the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same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trick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keeps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Model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C's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solar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window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area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between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0.01 and 30 m². The fit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itself</a:t>
                </a:r>
                <a:endParaRPr lang="de-DE" sz="1200" b="0" kern="1200" dirty="0">
                  <a:solidFill>
                    <a:schemeClr val="tx1"/>
                  </a:solidFill>
                  <a:effectLst/>
                  <a:latin typeface="Arial" pitchFamily="34" charset="0"/>
                  <a:ea typeface="+mn-ea"/>
                  <a:cs typeface="Arial" pitchFamily="34" charset="0"/>
                </a:endParaRPr>
              </a:p>
              <a:p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is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a least-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squares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optimisation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.</a:t>
                </a:r>
              </a:p>
              <a:p>
                <a:br>
                  <a:rPr lang="de-DE" dirty="0"/>
                </a:br>
                <a:br>
                  <a:rPr lang="de-DE" dirty="0"/>
                </a:b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Resistances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 Ri, Rie, Ria, Rea: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actual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range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: 5e-4 to 3e-2 (K/W)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optimizer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bounds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: log(5e-4) to log(3e-2)</a:t>
                </a:r>
              </a:p>
              <a:p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Capacitances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 Ci, Ce: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actual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range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: 1e6 to 1e8 (J/K)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optimizer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bounds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: log(1e6) to log(1e8)</a:t>
                </a:r>
              </a:p>
              <a:p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Solar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window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area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 As (Model C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only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):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actual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range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: 0.01 to 30.0 (m²)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optimizer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bounds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: log(0.01) to log(30.0)</a:t>
                </a:r>
              </a:p>
              <a:p>
                <a:br>
                  <a:rPr lang="de-DE" dirty="0"/>
                </a:br>
                <a:r>
                  <a:rPr lang="de-DE" dirty="0"/>
                  <a:t>The relative </a:t>
                </a:r>
                <a:r>
                  <a:rPr lang="de-DE" dirty="0" err="1"/>
                  <a:t>uncertainty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derived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local</a:t>
                </a:r>
                <a:r>
                  <a:rPr lang="de-DE" dirty="0"/>
                  <a:t> </a:t>
                </a:r>
                <a:r>
                  <a:rPr lang="de-DE" dirty="0" err="1"/>
                  <a:t>covariance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least-</a:t>
                </a:r>
                <a:r>
                  <a:rPr lang="de-DE" dirty="0" err="1"/>
                  <a:t>squares</a:t>
                </a:r>
                <a:r>
                  <a:rPr lang="de-DE" dirty="0"/>
                  <a:t> fit. </a:t>
                </a:r>
                <a:r>
                  <a:rPr lang="de-DE" dirty="0" err="1"/>
                  <a:t>It</a:t>
                </a:r>
                <a:r>
                  <a:rPr lang="de-DE" dirty="0"/>
                  <a:t> </a:t>
                </a:r>
                <a:r>
                  <a:rPr lang="de-DE" dirty="0" err="1"/>
                  <a:t>tells</a:t>
                </a:r>
                <a:r>
                  <a:rPr lang="de-DE" dirty="0"/>
                  <a:t> </a:t>
                </a:r>
                <a:r>
                  <a:rPr lang="de-DE" dirty="0" err="1"/>
                  <a:t>how</a:t>
                </a:r>
                <a:r>
                  <a:rPr lang="de-DE" dirty="0"/>
                  <a:t> </a:t>
                </a:r>
                <a:r>
                  <a:rPr lang="de-DE" dirty="0" err="1"/>
                  <a:t>strongly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measured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constrains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fitted</a:t>
                </a:r>
                <a:r>
                  <a:rPr lang="de-DE" dirty="0"/>
                  <a:t> </a:t>
                </a:r>
                <a:r>
                  <a:rPr lang="de-DE" dirty="0" err="1"/>
                  <a:t>parameter</a:t>
                </a:r>
                <a:r>
                  <a:rPr lang="de-DE" dirty="0"/>
                  <a:t> </a:t>
                </a:r>
                <a:r>
                  <a:rPr lang="de-DE" dirty="0" err="1"/>
                  <a:t>around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optimum</a:t>
                </a:r>
                <a:r>
                  <a:rPr lang="de-DE" dirty="0"/>
                  <a:t>. Small </a:t>
                </a:r>
                <a:r>
                  <a:rPr lang="de-DE" dirty="0" err="1"/>
                  <a:t>values</a:t>
                </a:r>
                <a:r>
                  <a:rPr lang="de-DE" dirty="0"/>
                  <a:t> </a:t>
                </a:r>
                <a:r>
                  <a:rPr lang="de-DE" dirty="0" err="1"/>
                  <a:t>mean</a:t>
                </a:r>
                <a:r>
                  <a:rPr lang="de-DE" dirty="0"/>
                  <a:t> </a:t>
                </a:r>
                <a:r>
                  <a:rPr lang="de-DE" dirty="0" err="1"/>
                  <a:t>locally</a:t>
                </a:r>
                <a:r>
                  <a:rPr lang="de-DE" dirty="0"/>
                  <a:t> well-</a:t>
                </a:r>
                <a:r>
                  <a:rPr lang="de-DE" dirty="0" err="1"/>
                  <a:t>determined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. Large </a:t>
                </a:r>
                <a:r>
                  <a:rPr lang="de-DE" dirty="0" err="1"/>
                  <a:t>values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at </a:t>
                </a:r>
                <a:r>
                  <a:rPr lang="de-DE" dirty="0" err="1"/>
                  <a:t>bounds</a:t>
                </a:r>
                <a:r>
                  <a:rPr lang="de-DE" dirty="0"/>
                  <a:t> </a:t>
                </a:r>
                <a:r>
                  <a:rPr lang="de-DE" dirty="0" err="1"/>
                  <a:t>mean</a:t>
                </a:r>
                <a:r>
                  <a:rPr lang="de-DE" dirty="0"/>
                  <a:t> </a:t>
                </a:r>
                <a:r>
                  <a:rPr lang="de-DE" dirty="0" err="1"/>
                  <a:t>weak</a:t>
                </a:r>
                <a:r>
                  <a:rPr lang="de-DE" dirty="0"/>
                  <a:t> </a:t>
                </a:r>
                <a:r>
                  <a:rPr lang="de-DE" dirty="0" err="1"/>
                  <a:t>identifiability</a:t>
                </a:r>
                <a:r>
                  <a:rPr lang="de-DE" dirty="0"/>
                  <a:t>. </a:t>
                </a:r>
              </a:p>
              <a:p>
                <a:r>
                  <a:rPr lang="de-DE" dirty="0"/>
                  <a:t>A </a:t>
                </a:r>
                <a:r>
                  <a:rPr lang="de-DE" dirty="0" err="1"/>
                  <a:t>small</a:t>
                </a:r>
                <a:r>
                  <a:rPr lang="de-DE" dirty="0"/>
                  <a:t> bar </a:t>
                </a:r>
                <a:r>
                  <a:rPr lang="de-DE" dirty="0" err="1"/>
                  <a:t>means</a:t>
                </a:r>
                <a:r>
                  <a:rPr lang="de-DE" dirty="0"/>
                  <a:t>:</a:t>
                </a:r>
              </a:p>
              <a:p>
                <a:r>
                  <a:rPr lang="de-DE" dirty="0"/>
                  <a:t>The </a:t>
                </a:r>
                <a:r>
                  <a:rPr lang="de-DE" dirty="0" err="1"/>
                  <a:t>objective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changes</a:t>
                </a:r>
                <a:r>
                  <a:rPr lang="de-DE" dirty="0"/>
                  <a:t> </a:t>
                </a:r>
                <a:r>
                  <a:rPr lang="de-DE" dirty="0" err="1"/>
                  <a:t>clearly</a:t>
                </a:r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</a:t>
                </a:r>
                <a:r>
                  <a:rPr lang="de-DE" dirty="0" err="1"/>
                  <a:t>this</a:t>
                </a:r>
                <a:r>
                  <a:rPr lang="de-DE" dirty="0"/>
                  <a:t> </a:t>
                </a:r>
                <a:r>
                  <a:rPr lang="de-DE" dirty="0" err="1"/>
                  <a:t>parameter</a:t>
                </a:r>
                <a:r>
                  <a:rPr lang="de-DE" dirty="0"/>
                  <a:t> </a:t>
                </a:r>
                <a:r>
                  <a:rPr lang="de-DE" dirty="0" err="1"/>
                  <a:t>changes</a:t>
                </a:r>
                <a:r>
                  <a:rPr lang="de-DE" dirty="0"/>
                  <a:t>. The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contains</a:t>
                </a:r>
                <a:r>
                  <a:rPr lang="de-DE" dirty="0"/>
                  <a:t> </a:t>
                </a:r>
                <a:r>
                  <a:rPr lang="de-DE" dirty="0" err="1"/>
                  <a:t>enough</a:t>
                </a:r>
                <a:r>
                  <a:rPr lang="de-DE" dirty="0"/>
                  <a:t> </a:t>
                </a:r>
                <a:r>
                  <a:rPr lang="de-DE" dirty="0" err="1"/>
                  <a:t>information</a:t>
                </a:r>
                <a:r>
                  <a:rPr lang="de-DE" dirty="0"/>
                  <a:t> to </a:t>
                </a:r>
                <a:r>
                  <a:rPr lang="de-DE" dirty="0" err="1"/>
                  <a:t>determine</a:t>
                </a:r>
                <a:r>
                  <a:rPr lang="de-DE" dirty="0"/>
                  <a:t> </a:t>
                </a:r>
                <a:r>
                  <a:rPr lang="de-DE" dirty="0" err="1"/>
                  <a:t>it</a:t>
                </a:r>
                <a:r>
                  <a:rPr lang="de-DE" dirty="0"/>
                  <a:t> </a:t>
                </a:r>
                <a:r>
                  <a:rPr lang="de-DE" dirty="0" err="1"/>
                  <a:t>locally</a:t>
                </a:r>
                <a:r>
                  <a:rPr lang="de-DE" dirty="0"/>
                  <a:t>.</a:t>
                </a:r>
              </a:p>
              <a:p>
                <a:endParaRPr lang="de-DE" dirty="0"/>
              </a:p>
              <a:p>
                <a:br>
                  <a:rPr lang="de-DE" dirty="0"/>
                </a:br>
                <a:r>
                  <a:rPr lang="de-DE" dirty="0" err="1"/>
                  <a:t>It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based</a:t>
                </a:r>
                <a:r>
                  <a:rPr lang="de-DE" dirty="0"/>
                  <a:t> 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b="0"/>
                        <m:t>Cov</m:t>
                      </m:r>
                      <m:d>
                        <m:dPr>
                          <m:ctrlPr>
                            <a:rPr lang="de-D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de-DE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e-D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Arial" pitchFamily="34" charset="0"/>
                        </a:rPr>
                        <m:t>≈</m:t>
                      </m:r>
                      <m:sSup>
                        <m:sSupPr>
                          <m:ctrlPr>
                            <a:rPr lang="de-D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de-D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itchFamily="34" charset="0"/>
                            </a:rPr>
                            <m:t>𝜎</m:t>
                          </m:r>
                        </m:e>
                        <m:sup>
                          <m:r>
                            <a:rPr lang="de-D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itchFamily="34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de-D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Arial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Arial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Arial" pitchFamily="34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de-D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Arial" pitchFamily="34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de-D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Arial" pitchFamily="34" charset="0"/>
                                </a:rPr>
                                <m:t>𝐽</m:t>
                              </m:r>
                            </m:e>
                          </m:d>
                        </m:e>
                        <m:sup>
                          <m:r>
                            <a:rPr lang="de-D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Arial" pitchFamily="34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de-DE" b="0" dirty="0"/>
              </a:p>
              <a:p>
                <a:r>
                  <a:rPr lang="de-DE" dirty="0"/>
                  <a:t>This </a:t>
                </a:r>
                <a:r>
                  <a:rPr lang="de-DE" dirty="0" err="1"/>
                  <a:t>is</a:t>
                </a:r>
                <a:r>
                  <a:rPr lang="de-DE" dirty="0"/>
                  <a:t> a </a:t>
                </a:r>
                <a:r>
                  <a:rPr lang="de-DE" dirty="0" err="1"/>
                  <a:t>local</a:t>
                </a:r>
                <a:r>
                  <a:rPr lang="de-DE" dirty="0"/>
                  <a:t> linear </a:t>
                </a:r>
                <a:r>
                  <a:rPr lang="de-DE" dirty="0" err="1"/>
                  <a:t>approximation</a:t>
                </a:r>
                <a:r>
                  <a:rPr lang="de-DE" dirty="0"/>
                  <a:t>. </a:t>
                </a:r>
                <a:r>
                  <a:rPr lang="de-DE" dirty="0" err="1"/>
                  <a:t>It</a:t>
                </a:r>
                <a:r>
                  <a:rPr lang="de-DE" dirty="0"/>
                  <a:t> </a:t>
                </a:r>
                <a:r>
                  <a:rPr lang="de-DE" dirty="0" err="1"/>
                  <a:t>assumes</a:t>
                </a:r>
                <a:r>
                  <a:rPr lang="de-DE" dirty="0"/>
                  <a:t> </a:t>
                </a:r>
                <a:r>
                  <a:rPr lang="de-DE" dirty="0" err="1"/>
                  <a:t>residuals</a:t>
                </a:r>
                <a:r>
                  <a:rPr lang="de-DE" dirty="0"/>
                  <a:t> </a:t>
                </a:r>
                <a:r>
                  <a:rPr lang="de-DE" dirty="0" err="1"/>
                  <a:t>behave</a:t>
                </a:r>
                <a:r>
                  <a:rPr lang="de-DE" dirty="0"/>
                  <a:t> </a:t>
                </a:r>
                <a:r>
                  <a:rPr lang="de-DE" dirty="0" err="1"/>
                  <a:t>nicely</a:t>
                </a:r>
                <a:r>
                  <a:rPr lang="de-DE" dirty="0"/>
                  <a:t>,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roughly</a:t>
                </a:r>
                <a:r>
                  <a:rPr lang="de-DE" dirty="0"/>
                  <a:t> </a:t>
                </a:r>
                <a:r>
                  <a:rPr lang="de-DE" dirty="0" err="1"/>
                  <a:t>independent</a:t>
                </a:r>
                <a:r>
                  <a:rPr lang="de-DE" dirty="0"/>
                  <a:t>, and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optimum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not </a:t>
                </a:r>
                <a:r>
                  <a:rPr lang="de-DE" dirty="0" err="1"/>
                  <a:t>constrained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bounds</a:t>
                </a:r>
                <a:r>
                  <a:rPr lang="de-DE" dirty="0"/>
                  <a:t>. In </a:t>
                </a:r>
                <a:r>
                  <a:rPr lang="de-DE" dirty="0" err="1"/>
                  <a:t>your</a:t>
                </a:r>
                <a:r>
                  <a:rPr lang="de-DE" dirty="0"/>
                  <a:t> </a:t>
                </a:r>
                <a:r>
                  <a:rPr lang="de-DE" dirty="0" err="1"/>
                  <a:t>case</a:t>
                </a:r>
                <a:r>
                  <a:rPr lang="de-DE" dirty="0"/>
                  <a:t>, </a:t>
                </a:r>
                <a:r>
                  <a:rPr lang="de-DE" dirty="0" err="1"/>
                  <a:t>residuals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autocorrelated</a:t>
                </a:r>
                <a:r>
                  <a:rPr lang="de-DE" dirty="0"/>
                  <a:t> time-</a:t>
                </a:r>
                <a:r>
                  <a:rPr lang="de-DE" dirty="0" err="1"/>
                  <a:t>series</a:t>
                </a:r>
                <a:r>
                  <a:rPr lang="de-DE" dirty="0"/>
                  <a:t> </a:t>
                </a:r>
                <a:r>
                  <a:rPr lang="de-DE" dirty="0" err="1"/>
                  <a:t>errors</a:t>
                </a:r>
                <a:r>
                  <a:rPr lang="de-DE" dirty="0"/>
                  <a:t>,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nonlinear</a:t>
                </a:r>
                <a:r>
                  <a:rPr lang="de-DE" dirty="0"/>
                  <a:t> in </a:t>
                </a:r>
                <a:r>
                  <a:rPr lang="de-DE" dirty="0" err="1"/>
                  <a:t>parameters</a:t>
                </a:r>
                <a:r>
                  <a:rPr lang="de-DE" dirty="0"/>
                  <a:t>, and </a:t>
                </a:r>
                <a:r>
                  <a:rPr lang="de-DE" dirty="0" err="1"/>
                  <a:t>some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</a:t>
                </a:r>
                <a:r>
                  <a:rPr lang="de-DE" dirty="0" err="1"/>
                  <a:t>hit</a:t>
                </a:r>
                <a:r>
                  <a:rPr lang="de-DE" dirty="0"/>
                  <a:t> </a:t>
                </a:r>
                <a:r>
                  <a:rPr lang="de-DE" dirty="0" err="1"/>
                  <a:t>bounds</a:t>
                </a:r>
                <a:r>
                  <a:rPr lang="de-DE" dirty="0"/>
                  <a:t>.</a:t>
                </a:r>
              </a:p>
              <a:p>
                <a:r>
                  <a:rPr lang="de-DE" dirty="0"/>
                  <a:t>So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best</a:t>
                </a:r>
                <a:r>
                  <a:rPr lang="de-DE" dirty="0"/>
                  <a:t> </a:t>
                </a:r>
                <a:r>
                  <a:rPr lang="de-DE" dirty="0" err="1"/>
                  <a:t>wording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:</a:t>
                </a:r>
              </a:p>
              <a:p>
                <a:r>
                  <a:rPr lang="de-DE" dirty="0"/>
                  <a:t>The </a:t>
                </a:r>
                <a:r>
                  <a:rPr lang="de-DE" dirty="0" err="1"/>
                  <a:t>uncertainty</a:t>
                </a:r>
                <a:r>
                  <a:rPr lang="de-DE" dirty="0"/>
                  <a:t> </a:t>
                </a:r>
                <a:r>
                  <a:rPr lang="de-DE" dirty="0" err="1"/>
                  <a:t>bars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an </a:t>
                </a:r>
                <a:r>
                  <a:rPr lang="de-DE" dirty="0" err="1"/>
                  <a:t>approximate</a:t>
                </a:r>
                <a:r>
                  <a:rPr lang="de-DE" dirty="0"/>
                  <a:t> </a:t>
                </a:r>
                <a:r>
                  <a:rPr lang="de-DE" dirty="0" err="1"/>
                  <a:t>local</a:t>
                </a:r>
                <a:r>
                  <a:rPr lang="de-DE" dirty="0"/>
                  <a:t> </a:t>
                </a:r>
                <a:r>
                  <a:rPr lang="de-DE" dirty="0" err="1"/>
                  <a:t>identifiability</a:t>
                </a:r>
                <a:r>
                  <a:rPr lang="de-DE" dirty="0"/>
                  <a:t> </a:t>
                </a:r>
                <a:r>
                  <a:rPr lang="de-DE" dirty="0" err="1"/>
                  <a:t>diagnostic</a:t>
                </a:r>
                <a:r>
                  <a:rPr lang="de-DE" dirty="0"/>
                  <a:t>, not </a:t>
                </a:r>
                <a:r>
                  <a:rPr lang="de-DE" dirty="0" err="1"/>
                  <a:t>exact</a:t>
                </a:r>
                <a:r>
                  <a:rPr lang="de-DE" dirty="0"/>
                  <a:t> </a:t>
                </a:r>
                <a:r>
                  <a:rPr lang="de-DE" dirty="0" err="1"/>
                  <a:t>confidence</a:t>
                </a:r>
                <a:r>
                  <a:rPr lang="de-DE" dirty="0"/>
                  <a:t> </a:t>
                </a:r>
                <a:r>
                  <a:rPr lang="de-DE" dirty="0" err="1"/>
                  <a:t>intervals</a:t>
                </a:r>
                <a:r>
                  <a:rPr lang="de-DE" dirty="0"/>
                  <a:t>.</a:t>
                </a:r>
              </a:p>
              <a:p>
                <a:endParaRPr lang="de-DE" dirty="0"/>
              </a:p>
              <a:p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Residual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variance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:</a:t>
                </a:r>
              </a:p>
              <a:p>
                <a:pPr lvl="1"/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sigma2 = (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r^T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r) /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dof</a:t>
                </a:r>
                <a:endParaRPr lang="de-D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Arial" charset="0"/>
                </a:endParaRP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where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 r =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sol.fun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 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is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the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residual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vector</a:t>
                </a:r>
                <a:endParaRPr lang="de-D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Arial" charset="0"/>
                </a:endParaRPr>
              </a:p>
              <a:p>
                <a:pPr lvl="1"/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and 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dof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=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number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of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residuals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−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number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of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fitted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parameters</a:t>
                </a:r>
                <a:endParaRPr lang="de-D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Arial" charset="0"/>
                </a:endParaRPr>
              </a:p>
              <a:p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Covariance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of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the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log-parameters: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cov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= sigma2 * (J^T J)^{-1}</a:t>
                </a:r>
              </a:p>
              <a:p>
                <a:pPr lvl="1"/>
                <a:endParaRPr lang="de-D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Arial" charset="0"/>
                </a:endParaRPr>
              </a:p>
              <a:p>
                <a:pPr marL="182563" marR="0" lvl="1" indent="-182563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rel_std_i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=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sqrt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(σ² * ((J^T J)^{-1})_{ii})</a:t>
                </a:r>
              </a:p>
              <a:p>
                <a:pPr lvl="1"/>
                <a:endParaRPr lang="de-D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Arial" charset="0"/>
                </a:endParaRPr>
              </a:p>
              <a:p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Notizenplatzhalt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32500" lnSpcReduction="20000"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b="1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What</a:t>
                </a:r>
                <a:r>
                  <a:rPr lang="de-DE" b="1" i="0" dirty="0">
                    <a:solidFill>
                      <a:srgbClr val="616161"/>
                    </a:solidFill>
                    <a:effectLst/>
                    <a:latin typeface="Segoe WPC"/>
                  </a:rPr>
                  <a:t> </a:t>
                </a:r>
                <a:r>
                  <a:rPr lang="de-DE" b="1" i="0" dirty="0" err="1">
                    <a:solidFill>
                      <a:srgbClr val="A31515"/>
                    </a:solidFill>
                    <a:effectLst/>
                    <a:latin typeface="Consolas" panose="020B0609020204030204" pitchFamily="49" charset="0"/>
                  </a:rPr>
                  <a:t>least_squares</a:t>
                </a:r>
                <a:r>
                  <a:rPr lang="de-DE" b="1" i="0" dirty="0">
                    <a:solidFill>
                      <a:srgbClr val="616161"/>
                    </a:solidFill>
                    <a:effectLst/>
                    <a:latin typeface="Segoe WPC"/>
                  </a:rPr>
                  <a:t> </a:t>
                </a:r>
                <a:r>
                  <a:rPr lang="de-DE" b="1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minimizes</a:t>
                </a:r>
                <a:endParaRPr lang="de-DE" b="1" i="0" dirty="0">
                  <a:solidFill>
                    <a:srgbClr val="616161"/>
                  </a:solidFill>
                  <a:effectLst/>
                  <a:latin typeface="Segoe WPC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</a:b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over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the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concatenated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residuals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from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the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30-min, 1-day, and 3-day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forecast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 </a:t>
                </a:r>
                <a:r>
                  <a:rPr lang="de-DE" b="0" i="0" dirty="0" err="1">
                    <a:solidFill>
                      <a:srgbClr val="616161"/>
                    </a:solidFill>
                    <a:effectLst/>
                    <a:latin typeface="Segoe WPC"/>
                  </a:rPr>
                  <a:t>blocks</a:t>
                </a:r>
                <a:r>
                  <a:rPr lang="de-DE" b="0" i="0" dirty="0">
                    <a:solidFill>
                      <a:srgbClr val="616161"/>
                    </a:solidFill>
                    <a:effectLst/>
                    <a:latin typeface="Segoe WPC"/>
                  </a:rPr>
                  <a:t>.</a:t>
                </a:r>
              </a:p>
              <a:p>
                <a:endParaRPr lang="de-DE" dirty="0"/>
              </a:p>
              <a:p>
                <a:r>
                  <a:rPr lang="de-DE" sz="1200" b="1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Keeping </a:t>
                </a:r>
                <a:r>
                  <a:rPr lang="de-DE" sz="1200" b="1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the</a:t>
                </a:r>
                <a:r>
                  <a:rPr lang="de-DE" sz="1200" b="1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1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parameters</a:t>
                </a:r>
                <a:r>
                  <a:rPr lang="de-DE" sz="1200" b="1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1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physical</a:t>
                </a:r>
                <a:r>
                  <a:rPr lang="de-DE" sz="1200" b="1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.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Resistances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and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capacitances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must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be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positive, so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we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fit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their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logarithms</a:t>
                </a:r>
                <a:endParaRPr lang="de-DE" sz="1200" b="0" kern="1200" dirty="0">
                  <a:solidFill>
                    <a:schemeClr val="tx1"/>
                  </a:solidFill>
                  <a:effectLst/>
                  <a:latin typeface="Arial" pitchFamily="34" charset="0"/>
                  <a:ea typeface="+mn-ea"/>
                  <a:cs typeface="Arial" pitchFamily="34" charset="0"/>
                </a:endParaRPr>
              </a:p>
              <a:p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(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which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can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never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go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negative);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the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same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trick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keeps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Model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C's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solar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window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area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between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0.01 and 30 m². The fit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itself</a:t>
                </a:r>
                <a:endParaRPr lang="de-DE" sz="1200" b="0" kern="1200" dirty="0">
                  <a:solidFill>
                    <a:schemeClr val="tx1"/>
                  </a:solidFill>
                  <a:effectLst/>
                  <a:latin typeface="Arial" pitchFamily="34" charset="0"/>
                  <a:ea typeface="+mn-ea"/>
                  <a:cs typeface="Arial" pitchFamily="34" charset="0"/>
                </a:endParaRPr>
              </a:p>
              <a:p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is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a least-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squares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optimisation</a:t>
                </a:r>
                <a:r>
                  <a:rPr lang="de-DE" sz="1200" b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.</a:t>
                </a:r>
              </a:p>
              <a:p>
                <a:br>
                  <a:rPr lang="de-DE" dirty="0"/>
                </a:br>
                <a:br>
                  <a:rPr lang="de-DE" dirty="0"/>
                </a:b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Resistances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 Ri, Rie, Ria, Rea: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actual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range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: 5e-4 to 3e-2 (K/W)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optimizer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bounds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: log(5e-4) to log(3e-2)</a:t>
                </a:r>
              </a:p>
              <a:p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Capacitances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 Ci, Ce: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actual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range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: 1e6 to 1e8 (J/K)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optimizer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bounds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: log(1e6) to log(1e8)</a:t>
                </a:r>
              </a:p>
              <a:p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Solar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window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area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 As (Model C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only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):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actual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range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: 0.01 to 30.0 (m²)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optimizer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bounds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: log(0.01) to log(30.0)</a:t>
                </a:r>
              </a:p>
              <a:p>
                <a:br>
                  <a:rPr lang="de-DE" dirty="0"/>
                </a:br>
                <a:r>
                  <a:rPr lang="de-DE" dirty="0"/>
                  <a:t>The relative </a:t>
                </a:r>
                <a:r>
                  <a:rPr lang="de-DE" dirty="0" err="1"/>
                  <a:t>uncertainty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derived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local</a:t>
                </a:r>
                <a:r>
                  <a:rPr lang="de-DE" dirty="0"/>
                  <a:t> </a:t>
                </a:r>
                <a:r>
                  <a:rPr lang="de-DE" dirty="0" err="1"/>
                  <a:t>covariance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least-</a:t>
                </a:r>
                <a:r>
                  <a:rPr lang="de-DE" dirty="0" err="1"/>
                  <a:t>squares</a:t>
                </a:r>
                <a:r>
                  <a:rPr lang="de-DE" dirty="0"/>
                  <a:t> fit. </a:t>
                </a:r>
                <a:r>
                  <a:rPr lang="de-DE" dirty="0" err="1"/>
                  <a:t>It</a:t>
                </a:r>
                <a:r>
                  <a:rPr lang="de-DE" dirty="0"/>
                  <a:t> </a:t>
                </a:r>
                <a:r>
                  <a:rPr lang="de-DE" dirty="0" err="1"/>
                  <a:t>tells</a:t>
                </a:r>
                <a:r>
                  <a:rPr lang="de-DE" dirty="0"/>
                  <a:t> </a:t>
                </a:r>
                <a:r>
                  <a:rPr lang="de-DE" dirty="0" err="1"/>
                  <a:t>how</a:t>
                </a:r>
                <a:r>
                  <a:rPr lang="de-DE" dirty="0"/>
                  <a:t> </a:t>
                </a:r>
                <a:r>
                  <a:rPr lang="de-DE" dirty="0" err="1"/>
                  <a:t>strongly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measured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constrains</a:t>
                </a:r>
                <a:r>
                  <a:rPr lang="de-DE" dirty="0"/>
                  <a:t> </a:t>
                </a:r>
                <a:r>
                  <a:rPr lang="de-DE" dirty="0" err="1"/>
                  <a:t>each</a:t>
                </a:r>
                <a:r>
                  <a:rPr lang="de-DE" dirty="0"/>
                  <a:t> </a:t>
                </a:r>
                <a:r>
                  <a:rPr lang="de-DE" dirty="0" err="1"/>
                  <a:t>fitted</a:t>
                </a:r>
                <a:r>
                  <a:rPr lang="de-DE" dirty="0"/>
                  <a:t> </a:t>
                </a:r>
                <a:r>
                  <a:rPr lang="de-DE" dirty="0" err="1"/>
                  <a:t>parameter</a:t>
                </a:r>
                <a:r>
                  <a:rPr lang="de-DE" dirty="0"/>
                  <a:t> </a:t>
                </a:r>
                <a:r>
                  <a:rPr lang="de-DE" dirty="0" err="1"/>
                  <a:t>around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optimum</a:t>
                </a:r>
                <a:r>
                  <a:rPr lang="de-DE" dirty="0"/>
                  <a:t>. Small </a:t>
                </a:r>
                <a:r>
                  <a:rPr lang="de-DE" dirty="0" err="1"/>
                  <a:t>values</a:t>
                </a:r>
                <a:r>
                  <a:rPr lang="de-DE" dirty="0"/>
                  <a:t> </a:t>
                </a:r>
                <a:r>
                  <a:rPr lang="de-DE" dirty="0" err="1"/>
                  <a:t>mean</a:t>
                </a:r>
                <a:r>
                  <a:rPr lang="de-DE" dirty="0"/>
                  <a:t> </a:t>
                </a:r>
                <a:r>
                  <a:rPr lang="de-DE" dirty="0" err="1"/>
                  <a:t>locally</a:t>
                </a:r>
                <a:r>
                  <a:rPr lang="de-DE" dirty="0"/>
                  <a:t> well-</a:t>
                </a:r>
                <a:r>
                  <a:rPr lang="de-DE" dirty="0" err="1"/>
                  <a:t>determined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. Large </a:t>
                </a:r>
                <a:r>
                  <a:rPr lang="de-DE" dirty="0" err="1"/>
                  <a:t>values</a:t>
                </a:r>
                <a:r>
                  <a:rPr lang="de-DE" dirty="0"/>
                  <a:t> 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at </a:t>
                </a:r>
                <a:r>
                  <a:rPr lang="de-DE" dirty="0" err="1"/>
                  <a:t>bounds</a:t>
                </a:r>
                <a:r>
                  <a:rPr lang="de-DE" dirty="0"/>
                  <a:t> </a:t>
                </a:r>
                <a:r>
                  <a:rPr lang="de-DE" dirty="0" err="1"/>
                  <a:t>mean</a:t>
                </a:r>
                <a:r>
                  <a:rPr lang="de-DE" dirty="0"/>
                  <a:t> </a:t>
                </a:r>
                <a:r>
                  <a:rPr lang="de-DE" dirty="0" err="1"/>
                  <a:t>weak</a:t>
                </a:r>
                <a:r>
                  <a:rPr lang="de-DE" dirty="0"/>
                  <a:t> </a:t>
                </a:r>
                <a:r>
                  <a:rPr lang="de-DE" dirty="0" err="1"/>
                  <a:t>identifiability</a:t>
                </a:r>
                <a:r>
                  <a:rPr lang="de-DE" dirty="0"/>
                  <a:t>. </a:t>
                </a:r>
              </a:p>
              <a:p>
                <a:r>
                  <a:rPr lang="de-DE" dirty="0"/>
                  <a:t>A </a:t>
                </a:r>
                <a:r>
                  <a:rPr lang="de-DE" dirty="0" err="1"/>
                  <a:t>small</a:t>
                </a:r>
                <a:r>
                  <a:rPr lang="de-DE" dirty="0"/>
                  <a:t> bar </a:t>
                </a:r>
                <a:r>
                  <a:rPr lang="de-DE" dirty="0" err="1"/>
                  <a:t>means</a:t>
                </a:r>
                <a:r>
                  <a:rPr lang="de-DE" dirty="0"/>
                  <a:t>:</a:t>
                </a:r>
              </a:p>
              <a:p>
                <a:r>
                  <a:rPr lang="de-DE" dirty="0"/>
                  <a:t>The </a:t>
                </a:r>
                <a:r>
                  <a:rPr lang="de-DE" dirty="0" err="1"/>
                  <a:t>objective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changes</a:t>
                </a:r>
                <a:r>
                  <a:rPr lang="de-DE" dirty="0"/>
                  <a:t> </a:t>
                </a:r>
                <a:r>
                  <a:rPr lang="de-DE" dirty="0" err="1"/>
                  <a:t>clearly</a:t>
                </a:r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</a:t>
                </a:r>
                <a:r>
                  <a:rPr lang="de-DE" dirty="0" err="1"/>
                  <a:t>this</a:t>
                </a:r>
                <a:r>
                  <a:rPr lang="de-DE" dirty="0"/>
                  <a:t> </a:t>
                </a:r>
                <a:r>
                  <a:rPr lang="de-DE" dirty="0" err="1"/>
                  <a:t>parameter</a:t>
                </a:r>
                <a:r>
                  <a:rPr lang="de-DE" dirty="0"/>
                  <a:t> </a:t>
                </a:r>
                <a:r>
                  <a:rPr lang="de-DE" dirty="0" err="1"/>
                  <a:t>changes</a:t>
                </a:r>
                <a:r>
                  <a:rPr lang="de-DE" dirty="0"/>
                  <a:t>. The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contains</a:t>
                </a:r>
                <a:r>
                  <a:rPr lang="de-DE" dirty="0"/>
                  <a:t> </a:t>
                </a:r>
                <a:r>
                  <a:rPr lang="de-DE" dirty="0" err="1"/>
                  <a:t>enough</a:t>
                </a:r>
                <a:r>
                  <a:rPr lang="de-DE" dirty="0"/>
                  <a:t> </a:t>
                </a:r>
                <a:r>
                  <a:rPr lang="de-DE" dirty="0" err="1"/>
                  <a:t>information</a:t>
                </a:r>
                <a:r>
                  <a:rPr lang="de-DE" dirty="0"/>
                  <a:t> to </a:t>
                </a:r>
                <a:r>
                  <a:rPr lang="de-DE" dirty="0" err="1"/>
                  <a:t>determine</a:t>
                </a:r>
                <a:r>
                  <a:rPr lang="de-DE" dirty="0"/>
                  <a:t> </a:t>
                </a:r>
                <a:r>
                  <a:rPr lang="de-DE" dirty="0" err="1"/>
                  <a:t>it</a:t>
                </a:r>
                <a:r>
                  <a:rPr lang="de-DE" dirty="0"/>
                  <a:t> </a:t>
                </a:r>
                <a:r>
                  <a:rPr lang="de-DE" dirty="0" err="1"/>
                  <a:t>locally</a:t>
                </a:r>
                <a:r>
                  <a:rPr lang="de-DE" dirty="0"/>
                  <a:t>.</a:t>
                </a:r>
              </a:p>
              <a:p>
                <a:endParaRPr lang="de-DE" dirty="0"/>
              </a:p>
              <a:p>
                <a:br>
                  <a:rPr lang="de-DE" dirty="0"/>
                </a:br>
                <a:r>
                  <a:rPr lang="de-DE" dirty="0" err="1"/>
                  <a:t>It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based</a:t>
                </a:r>
                <a:r>
                  <a:rPr lang="de-DE" dirty="0"/>
                  <a:t> on:</a:t>
                </a:r>
              </a:p>
              <a:p>
                <a:pPr/>
                <a:r>
                  <a:rPr lang="de-DE" b="0" i="0">
                    <a:latin typeface="Cambria Math" panose="02040503050406030204" pitchFamily="18" charset="0"/>
                  </a:rPr>
                  <a:t>"Cov</a:t>
                </a:r>
                <a:r>
                  <a:rPr lang="de-D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</a:rPr>
                  <a:t>" </a:t>
                </a:r>
                <a:r>
                  <a:rPr lang="de-D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Arial" pitchFamily="34" charset="0"/>
                  </a:rPr>
                  <a:t>(</a:t>
                </a:r>
                <a:r>
                  <a:rPr lang="de-DE" b="0" i="0">
                    <a:latin typeface="Cambria Math" panose="02040503050406030204" pitchFamily="18" charset="0"/>
                  </a:rPr>
                  <a:t>𝑧)</a:t>
                </a:r>
                <a:r>
                  <a:rPr lang="de-D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Arial" pitchFamily="34" charset="0"/>
                  </a:rPr>
                  <a:t>≈𝜎^2 (𝐽^𝑇 𝐽)^(−1)</a:t>
                </a:r>
                <a:endParaRPr lang="de-DE" b="0" dirty="0"/>
              </a:p>
              <a:p>
                <a:r>
                  <a:rPr lang="de-DE" dirty="0"/>
                  <a:t>This </a:t>
                </a:r>
                <a:r>
                  <a:rPr lang="de-DE" dirty="0" err="1"/>
                  <a:t>is</a:t>
                </a:r>
                <a:r>
                  <a:rPr lang="de-DE" dirty="0"/>
                  <a:t> a </a:t>
                </a:r>
                <a:r>
                  <a:rPr lang="de-DE" dirty="0" err="1"/>
                  <a:t>local</a:t>
                </a:r>
                <a:r>
                  <a:rPr lang="de-DE" dirty="0"/>
                  <a:t> linear </a:t>
                </a:r>
                <a:r>
                  <a:rPr lang="de-DE" dirty="0" err="1"/>
                  <a:t>approximation</a:t>
                </a:r>
                <a:r>
                  <a:rPr lang="de-DE" dirty="0"/>
                  <a:t>. </a:t>
                </a:r>
                <a:r>
                  <a:rPr lang="de-DE" dirty="0" err="1"/>
                  <a:t>It</a:t>
                </a:r>
                <a:r>
                  <a:rPr lang="de-DE" dirty="0"/>
                  <a:t> </a:t>
                </a:r>
                <a:r>
                  <a:rPr lang="de-DE" dirty="0" err="1"/>
                  <a:t>assumes</a:t>
                </a:r>
                <a:r>
                  <a:rPr lang="de-DE" dirty="0"/>
                  <a:t> </a:t>
                </a:r>
                <a:r>
                  <a:rPr lang="de-DE" dirty="0" err="1"/>
                  <a:t>residuals</a:t>
                </a:r>
                <a:r>
                  <a:rPr lang="de-DE" dirty="0"/>
                  <a:t> </a:t>
                </a:r>
                <a:r>
                  <a:rPr lang="de-DE" dirty="0" err="1"/>
                  <a:t>behave</a:t>
                </a:r>
                <a:r>
                  <a:rPr lang="de-DE" dirty="0"/>
                  <a:t> </a:t>
                </a:r>
                <a:r>
                  <a:rPr lang="de-DE" dirty="0" err="1"/>
                  <a:t>nicely</a:t>
                </a:r>
                <a:r>
                  <a:rPr lang="de-DE" dirty="0"/>
                  <a:t>,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roughly</a:t>
                </a:r>
                <a:r>
                  <a:rPr lang="de-DE" dirty="0"/>
                  <a:t> </a:t>
                </a:r>
                <a:r>
                  <a:rPr lang="de-DE" dirty="0" err="1"/>
                  <a:t>independent</a:t>
                </a:r>
                <a:r>
                  <a:rPr lang="de-DE" dirty="0"/>
                  <a:t>, and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optimum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not </a:t>
                </a:r>
                <a:r>
                  <a:rPr lang="de-DE" dirty="0" err="1"/>
                  <a:t>constrained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bounds</a:t>
                </a:r>
                <a:r>
                  <a:rPr lang="de-DE" dirty="0"/>
                  <a:t>. In </a:t>
                </a:r>
                <a:r>
                  <a:rPr lang="de-DE" dirty="0" err="1"/>
                  <a:t>your</a:t>
                </a:r>
                <a:r>
                  <a:rPr lang="de-DE" dirty="0"/>
                  <a:t> </a:t>
                </a:r>
                <a:r>
                  <a:rPr lang="de-DE" dirty="0" err="1"/>
                  <a:t>case</a:t>
                </a:r>
                <a:r>
                  <a:rPr lang="de-DE" dirty="0"/>
                  <a:t>, </a:t>
                </a:r>
                <a:r>
                  <a:rPr lang="de-DE" dirty="0" err="1"/>
                  <a:t>residuals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autocorrelated</a:t>
                </a:r>
                <a:r>
                  <a:rPr lang="de-DE" dirty="0"/>
                  <a:t> time-</a:t>
                </a:r>
                <a:r>
                  <a:rPr lang="de-DE" dirty="0" err="1"/>
                  <a:t>series</a:t>
                </a:r>
                <a:r>
                  <a:rPr lang="de-DE" dirty="0"/>
                  <a:t> </a:t>
                </a:r>
                <a:r>
                  <a:rPr lang="de-DE" dirty="0" err="1"/>
                  <a:t>errors</a:t>
                </a:r>
                <a:r>
                  <a:rPr lang="de-DE" dirty="0"/>
                  <a:t>,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nonlinear</a:t>
                </a:r>
                <a:r>
                  <a:rPr lang="de-DE" dirty="0"/>
                  <a:t> in </a:t>
                </a:r>
                <a:r>
                  <a:rPr lang="de-DE" dirty="0" err="1"/>
                  <a:t>parameters</a:t>
                </a:r>
                <a:r>
                  <a:rPr lang="de-DE" dirty="0"/>
                  <a:t>, and </a:t>
                </a:r>
                <a:r>
                  <a:rPr lang="de-DE" dirty="0" err="1"/>
                  <a:t>some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</a:t>
                </a:r>
                <a:r>
                  <a:rPr lang="de-DE" dirty="0" err="1"/>
                  <a:t>hit</a:t>
                </a:r>
                <a:r>
                  <a:rPr lang="de-DE" dirty="0"/>
                  <a:t> </a:t>
                </a:r>
                <a:r>
                  <a:rPr lang="de-DE" dirty="0" err="1"/>
                  <a:t>bounds</a:t>
                </a:r>
                <a:r>
                  <a:rPr lang="de-DE" dirty="0"/>
                  <a:t>.</a:t>
                </a:r>
              </a:p>
              <a:p>
                <a:r>
                  <a:rPr lang="de-DE" dirty="0"/>
                  <a:t>So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best</a:t>
                </a:r>
                <a:r>
                  <a:rPr lang="de-DE" dirty="0"/>
                  <a:t> </a:t>
                </a:r>
                <a:r>
                  <a:rPr lang="de-DE" dirty="0" err="1"/>
                  <a:t>wording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:</a:t>
                </a:r>
              </a:p>
              <a:p>
                <a:r>
                  <a:rPr lang="de-DE" dirty="0"/>
                  <a:t>The </a:t>
                </a:r>
                <a:r>
                  <a:rPr lang="de-DE" dirty="0" err="1"/>
                  <a:t>uncertainty</a:t>
                </a:r>
                <a:r>
                  <a:rPr lang="de-DE" dirty="0"/>
                  <a:t> </a:t>
                </a:r>
                <a:r>
                  <a:rPr lang="de-DE" dirty="0" err="1"/>
                  <a:t>bars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an </a:t>
                </a:r>
                <a:r>
                  <a:rPr lang="de-DE" dirty="0" err="1"/>
                  <a:t>approximate</a:t>
                </a:r>
                <a:r>
                  <a:rPr lang="de-DE" dirty="0"/>
                  <a:t> </a:t>
                </a:r>
                <a:r>
                  <a:rPr lang="de-DE" dirty="0" err="1"/>
                  <a:t>local</a:t>
                </a:r>
                <a:r>
                  <a:rPr lang="de-DE" dirty="0"/>
                  <a:t> </a:t>
                </a:r>
                <a:r>
                  <a:rPr lang="de-DE" dirty="0" err="1"/>
                  <a:t>identifiability</a:t>
                </a:r>
                <a:r>
                  <a:rPr lang="de-DE" dirty="0"/>
                  <a:t> </a:t>
                </a:r>
                <a:r>
                  <a:rPr lang="de-DE" dirty="0" err="1"/>
                  <a:t>diagnostic</a:t>
                </a:r>
                <a:r>
                  <a:rPr lang="de-DE" dirty="0"/>
                  <a:t>, not </a:t>
                </a:r>
                <a:r>
                  <a:rPr lang="de-DE" dirty="0" err="1"/>
                  <a:t>exact</a:t>
                </a:r>
                <a:r>
                  <a:rPr lang="de-DE" dirty="0"/>
                  <a:t> </a:t>
                </a:r>
                <a:r>
                  <a:rPr lang="de-DE" dirty="0" err="1"/>
                  <a:t>confidence</a:t>
                </a:r>
                <a:r>
                  <a:rPr lang="de-DE" dirty="0"/>
                  <a:t> </a:t>
                </a:r>
                <a:r>
                  <a:rPr lang="de-DE" dirty="0" err="1"/>
                  <a:t>intervals</a:t>
                </a:r>
                <a:r>
                  <a:rPr lang="de-DE" dirty="0"/>
                  <a:t>.</a:t>
                </a:r>
              </a:p>
              <a:p>
                <a:endParaRPr lang="de-DE" dirty="0"/>
              </a:p>
              <a:p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Residual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variance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:</a:t>
                </a:r>
              </a:p>
              <a:p>
                <a:pPr lvl="1"/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sigma2 = (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r^T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r) /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dof</a:t>
                </a:r>
                <a:endParaRPr lang="de-D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Arial" charset="0"/>
                </a:endParaRP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where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 r =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sol.fun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 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is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the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residual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vector</a:t>
                </a:r>
                <a:endParaRPr lang="de-D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Arial" charset="0"/>
                </a:endParaRPr>
              </a:p>
              <a:p>
                <a:pPr lvl="1"/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and 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dof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=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number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of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residuals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−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number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of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fitted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parameters</a:t>
                </a:r>
                <a:endParaRPr lang="de-D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Arial" charset="0"/>
                </a:endParaRPr>
              </a:p>
              <a:p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Covariance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of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the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Arial" pitchFamily="34" charset="0"/>
                    <a:ea typeface="+mn-ea"/>
                    <a:cs typeface="Arial" pitchFamily="34" charset="0"/>
                  </a:rPr>
                  <a:t> log-parameters:</a:t>
                </a:r>
              </a:p>
              <a:p>
                <a:pPr lvl="1"/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cov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= sigma2 * (J^T J)^{-1}</a:t>
                </a:r>
              </a:p>
              <a:p>
                <a:pPr lvl="1"/>
                <a:endParaRPr lang="de-D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Arial" charset="0"/>
                </a:endParaRPr>
              </a:p>
              <a:p>
                <a:pPr marL="182563" marR="0" lvl="1" indent="-182563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 typeface="Arial" charset="0"/>
                  <a:buChar char="•"/>
                  <a:tabLst/>
                  <a:defRPr/>
                </a:pP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rel_std_i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 = </a:t>
                </a:r>
                <a:r>
                  <a:rPr lang="de-DE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sqrt</a:t>
                </a:r>
                <a:r>
                  <a:rPr lang="de-D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Arial" charset="0"/>
                  </a:rPr>
                  <a:t>(σ² * ((J^T J)^{-1})_{ii})</a:t>
                </a:r>
              </a:p>
              <a:p>
                <a:pPr lvl="1"/>
                <a:endParaRPr lang="de-D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Arial" charset="0"/>
                </a:endParaRPr>
              </a:p>
              <a:p>
                <a:endParaRPr lang="de-DE" dirty="0"/>
              </a:p>
              <a:p>
                <a:endParaRPr lang="de-DE" dirty="0"/>
              </a:p>
            </p:txBody>
          </p:sp>
        </mc:Fallback>
      </mc:AlternateContent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450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Notice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curves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**not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smoothly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1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increasing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—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they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rise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to a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bump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around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6–12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hours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and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dip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again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near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24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hours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.</a:t>
            </a:r>
          </a:p>
          <a:p>
            <a:endParaRPr lang="de-DE" dirty="0"/>
          </a:p>
          <a:p>
            <a:r>
              <a:rPr lang="de-DE" dirty="0"/>
              <a:t>96 h </a:t>
            </a:r>
            <a:r>
              <a:rPr lang="de-DE" dirty="0" err="1"/>
              <a:t>up</a:t>
            </a:r>
            <a:r>
              <a:rPr lang="de-DE" dirty="0"/>
              <a:t> to 4 </a:t>
            </a:r>
            <a:r>
              <a:rPr lang="de-DE" dirty="0" err="1"/>
              <a:t>days</a:t>
            </a:r>
            <a:endParaRPr lang="de-DE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"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persistence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" =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assume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temperature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stays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at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its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last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measured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value</a:t>
            </a:r>
            <a:endParaRPr lang="de-DE" sz="1200" b="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So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for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24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hours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ahead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:</a:t>
            </a:r>
          </a:p>
          <a:p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meas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[a] 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current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temperature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at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anchor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time a</a:t>
            </a:r>
          </a:p>
          <a:p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meas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[a + 96] 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actual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measured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temperature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24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hours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later</a:t>
            </a:r>
            <a:endParaRPr lang="de-DE" sz="1200" b="0" i="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pPr lvl="1"/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Arial" charset="0"/>
              </a:rPr>
              <a:t>because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Arial" charset="0"/>
              </a:rPr>
              <a:t> 96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Arial" charset="0"/>
              </a:rPr>
              <a:t>steps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Arial" charset="0"/>
              </a:rPr>
              <a:t> × 15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Arial" charset="0"/>
              </a:rPr>
              <a:t>minutes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Arial" charset="0"/>
              </a:rPr>
              <a:t> = 24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Arial" charset="0"/>
              </a:rPr>
              <a:t>hours</a:t>
            </a:r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Arial" charset="0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359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How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we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score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forecasts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(RMSE, MAE,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bias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)</a:t>
            </a:r>
            <a:b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</a:b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-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**RMSE**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(root-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mean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-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square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error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):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typical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error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size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 but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it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punishes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big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mistakes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extra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hard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.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-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**MAE**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(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mean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absolute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error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):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average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error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size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easier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to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read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and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less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sensitive to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outliers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.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-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**Bias**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(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mean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of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predicted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−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measured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):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i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*</a:t>
            </a:r>
            <a:r>
              <a:rPr lang="de-DE" sz="1200" b="0" i="1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direction</a:t>
            </a:r>
            <a:r>
              <a:rPr lang="de-DE" sz="1200" b="0" i="1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*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of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error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. Positive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means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model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runs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too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warm,</a:t>
            </a:r>
          </a:p>
          <a:p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  negative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too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cold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. A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model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can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have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a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small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RMSE but a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worrying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bias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 so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we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always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look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at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it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de-DE" sz="1200" b="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too</a:t>
            </a:r>
            <a:r>
              <a:rPr lang="de-DE" sz="1200" b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58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Rami Haidar | Building Thermal Modelling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600200"/>
            <a:ext cx="8508999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602000"/>
            <a:ext cx="4180910" cy="309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602000"/>
            <a:ext cx="4180910" cy="309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Rami Haidar | Building Thermal Modelling </a:t>
            </a:r>
            <a:endParaRPr lang="de-DE" noProof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148752"/>
            <a:ext cx="4188333" cy="25470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8840"/>
            <a:ext cx="4180392" cy="2546911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Rami Haidar | Building Thermal Modelling </a:t>
            </a:r>
            <a:endParaRPr lang="de-DE" noProof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152650"/>
            <a:ext cx="4197858" cy="255270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Rami Haidar | Building Thermal Modelling </a:t>
            </a:r>
            <a:endParaRPr lang="de-DE" noProof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‹Nr.›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Rami Haidar | Building Thermal Modelling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Rami Haidar | Building Thermal Modelling 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Mustertechnik</a:t>
            </a:r>
          </a:p>
          <a:p>
            <a:pPr>
              <a:lnSpc>
                <a:spcPts val="900"/>
              </a:lnSpc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School </a:t>
            </a:r>
            <a:r>
              <a:rPr lang="de-DE" sz="800" baseline="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Musterverfahren</a:t>
            </a:r>
          </a:p>
          <a:p>
            <a:pPr>
              <a:lnSpc>
                <a:spcPts val="900"/>
              </a:lnSpc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Rami Haidar | Building Thermal Modelling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78532-EA85-5838-92DC-01E9F73EB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5293"/>
                </a:solidFill>
              </a:rPr>
              <a:t>Data-Driven Thermal Modelling of a Residential Building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27FF14-1834-A292-20E1-6022309EA24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sz="1600" b="1" dirty="0">
                <a:solidFill>
                  <a:srgbClr val="072140"/>
                </a:solidFill>
              </a:rPr>
              <a:t>R-C models that predict indoor temperature from weather and heating power</a:t>
            </a:r>
          </a:p>
          <a:p>
            <a:endParaRPr lang="en-US" sz="1600" b="1" dirty="0">
              <a:solidFill>
                <a:srgbClr val="072140"/>
              </a:solidFill>
            </a:endParaRPr>
          </a:p>
          <a:p>
            <a:r>
              <a:rPr lang="en-US" b="1" dirty="0">
                <a:solidFill>
                  <a:srgbClr val="072140"/>
                </a:solidFill>
              </a:rPr>
              <a:t>Rami Haidar</a:t>
            </a:r>
          </a:p>
          <a:p>
            <a:r>
              <a:rPr lang="en-US" dirty="0">
                <a:solidFill>
                  <a:srgbClr val="6B7785"/>
                </a:solidFill>
              </a:rPr>
              <a:t>Building Thermal Modelling</a:t>
            </a:r>
          </a:p>
          <a:p>
            <a:r>
              <a:rPr lang="en-US" dirty="0">
                <a:solidFill>
                  <a:srgbClr val="6B7785"/>
                </a:solidFill>
              </a:rPr>
              <a:t>TUM School of Engineering and Design</a:t>
            </a:r>
          </a:p>
          <a:p>
            <a:r>
              <a:rPr lang="en-US" dirty="0">
                <a:solidFill>
                  <a:srgbClr val="6B7785"/>
                </a:solidFill>
              </a:rPr>
              <a:t>Munich, 11 June 2026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42C7C0EF-7D14-4B1D-76B8-8C89B1C3758B}"/>
              </a:ext>
            </a:extLst>
          </p:cNvPr>
          <p:cNvSpPr/>
          <p:nvPr/>
        </p:nvSpPr>
        <p:spPr>
          <a:xfrm>
            <a:off x="7365047" y="3611880"/>
            <a:ext cx="9601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1100" b="1" dirty="0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2393EB15-68CC-9B6D-4A79-3CFD13F9CA37}"/>
              </a:ext>
            </a:extLst>
          </p:cNvPr>
          <p:cNvSpPr txBox="1"/>
          <p:nvPr/>
        </p:nvSpPr>
        <p:spPr>
          <a:xfrm>
            <a:off x="6862127" y="4608576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 dirty="0">
                <a:solidFill>
                  <a:srgbClr val="6B7785"/>
                </a:solidFill>
                <a:latin typeface="Arial"/>
              </a:rPr>
              <a:t>Scan to download all code &amp; data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473664E-844D-4E4D-2EE6-EA1FA2E1B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095" y="3662928"/>
            <a:ext cx="858023" cy="85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36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de-DE" sz="2800" b="1" dirty="0">
                <a:solidFill>
                  <a:srgbClr val="005293"/>
                </a:solidFill>
              </a:rPr>
              <a:t>Outline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5" name="Rounded Rectangle 20">
            <a:extLst>
              <a:ext uri="{FF2B5EF4-FFF2-40B4-BE49-F238E27FC236}">
                <a16:creationId xmlns:a16="http://schemas.microsoft.com/office/drawing/2014/main" id="{5607C900-8EAC-F4FC-ADE2-CA1618CC8C79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 dirty="0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1EDB27D7-75E8-9F40-B501-E032EFFAE205}"/>
              </a:ext>
            </a:extLst>
          </p:cNvPr>
          <p:cNvSpPr/>
          <p:nvPr/>
        </p:nvSpPr>
        <p:spPr>
          <a:xfrm>
            <a:off x="502921" y="1549697"/>
            <a:ext cx="7498079" cy="548640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4">
            <a:extLst>
              <a:ext uri="{FF2B5EF4-FFF2-40B4-BE49-F238E27FC236}">
                <a16:creationId xmlns:a16="http://schemas.microsoft.com/office/drawing/2014/main" id="{2C7B3443-AED6-26AB-39BF-3674CF2537D9}"/>
              </a:ext>
            </a:extLst>
          </p:cNvPr>
          <p:cNvSpPr/>
          <p:nvPr/>
        </p:nvSpPr>
        <p:spPr>
          <a:xfrm>
            <a:off x="704088" y="1577129"/>
            <a:ext cx="493776" cy="493776"/>
          </a:xfrm>
          <a:prstGeom prst="ellipse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10B8C1B8-1806-0D27-2FDB-CB75D5A743CA}"/>
              </a:ext>
            </a:extLst>
          </p:cNvPr>
          <p:cNvSpPr txBox="1"/>
          <p:nvPr/>
        </p:nvSpPr>
        <p:spPr>
          <a:xfrm>
            <a:off x="1417321" y="1549697"/>
            <a:ext cx="640079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 b="1" dirty="0">
                <a:solidFill>
                  <a:srgbClr val="072140"/>
                </a:solidFill>
                <a:latin typeface="Arial"/>
              </a:rPr>
              <a:t>The task and the three questions</a:t>
            </a:r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ED038DCD-5C9D-35A9-4BC8-7CC045051FB1}"/>
              </a:ext>
            </a:extLst>
          </p:cNvPr>
          <p:cNvSpPr/>
          <p:nvPr/>
        </p:nvSpPr>
        <p:spPr>
          <a:xfrm>
            <a:off x="502921" y="2171489"/>
            <a:ext cx="7498079" cy="548640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7">
            <a:extLst>
              <a:ext uri="{FF2B5EF4-FFF2-40B4-BE49-F238E27FC236}">
                <a16:creationId xmlns:a16="http://schemas.microsoft.com/office/drawing/2014/main" id="{27176989-1328-1269-D41B-DD473185FA77}"/>
              </a:ext>
            </a:extLst>
          </p:cNvPr>
          <p:cNvSpPr/>
          <p:nvPr/>
        </p:nvSpPr>
        <p:spPr>
          <a:xfrm>
            <a:off x="704088" y="2198921"/>
            <a:ext cx="493776" cy="493776"/>
          </a:xfrm>
          <a:prstGeom prst="ellipse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C7B4D953-6E02-C920-B4AA-2819A07B3A66}"/>
              </a:ext>
            </a:extLst>
          </p:cNvPr>
          <p:cNvSpPr txBox="1"/>
          <p:nvPr/>
        </p:nvSpPr>
        <p:spPr>
          <a:xfrm>
            <a:off x="1417321" y="2171489"/>
            <a:ext cx="640079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 b="1">
                <a:solidFill>
                  <a:srgbClr val="072140"/>
                </a:solidFill>
                <a:latin typeface="Arial"/>
              </a:rPr>
              <a:t>Question 1  -  Reading the data: how the two years compare</a:t>
            </a: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F91A40D2-700B-A598-5827-C304A21C9365}"/>
              </a:ext>
            </a:extLst>
          </p:cNvPr>
          <p:cNvSpPr/>
          <p:nvPr/>
        </p:nvSpPr>
        <p:spPr>
          <a:xfrm>
            <a:off x="502921" y="2793281"/>
            <a:ext cx="7498079" cy="548640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10">
            <a:extLst>
              <a:ext uri="{FF2B5EF4-FFF2-40B4-BE49-F238E27FC236}">
                <a16:creationId xmlns:a16="http://schemas.microsoft.com/office/drawing/2014/main" id="{887242FB-AB50-936A-3AD7-9FA6F4CE60DB}"/>
              </a:ext>
            </a:extLst>
          </p:cNvPr>
          <p:cNvSpPr/>
          <p:nvPr/>
        </p:nvSpPr>
        <p:spPr>
          <a:xfrm>
            <a:off x="704088" y="2820713"/>
            <a:ext cx="493776" cy="493776"/>
          </a:xfrm>
          <a:prstGeom prst="ellipse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C720E01D-7B46-4AC5-3675-E45764154B45}"/>
              </a:ext>
            </a:extLst>
          </p:cNvPr>
          <p:cNvSpPr txBox="1"/>
          <p:nvPr/>
        </p:nvSpPr>
        <p:spPr>
          <a:xfrm>
            <a:off x="1417321" y="2793281"/>
            <a:ext cx="640079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 b="1">
                <a:solidFill>
                  <a:srgbClr val="072140"/>
                </a:solidFill>
                <a:latin typeface="Arial"/>
              </a:rPr>
              <a:t>Question 2  -  R-C models of increasing complexity</a:t>
            </a:r>
          </a:p>
        </p:txBody>
      </p:sp>
      <p:sp>
        <p:nvSpPr>
          <p:cNvPr id="33" name="Rounded Rectangle 12">
            <a:extLst>
              <a:ext uri="{FF2B5EF4-FFF2-40B4-BE49-F238E27FC236}">
                <a16:creationId xmlns:a16="http://schemas.microsoft.com/office/drawing/2014/main" id="{319328F0-01B1-991C-C64F-1D8256157847}"/>
              </a:ext>
            </a:extLst>
          </p:cNvPr>
          <p:cNvSpPr/>
          <p:nvPr/>
        </p:nvSpPr>
        <p:spPr>
          <a:xfrm>
            <a:off x="502921" y="3415073"/>
            <a:ext cx="7498079" cy="548640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13">
            <a:extLst>
              <a:ext uri="{FF2B5EF4-FFF2-40B4-BE49-F238E27FC236}">
                <a16:creationId xmlns:a16="http://schemas.microsoft.com/office/drawing/2014/main" id="{2351FB29-FDF6-E61B-60BC-D7A24F082265}"/>
              </a:ext>
            </a:extLst>
          </p:cNvPr>
          <p:cNvSpPr/>
          <p:nvPr/>
        </p:nvSpPr>
        <p:spPr>
          <a:xfrm>
            <a:off x="704088" y="3442505"/>
            <a:ext cx="493776" cy="493776"/>
          </a:xfrm>
          <a:prstGeom prst="ellipse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14">
            <a:extLst>
              <a:ext uri="{FF2B5EF4-FFF2-40B4-BE49-F238E27FC236}">
                <a16:creationId xmlns:a16="http://schemas.microsoft.com/office/drawing/2014/main" id="{27130A26-C863-1675-42D6-0A7B1C4E905F}"/>
              </a:ext>
            </a:extLst>
          </p:cNvPr>
          <p:cNvSpPr txBox="1"/>
          <p:nvPr/>
        </p:nvSpPr>
        <p:spPr>
          <a:xfrm>
            <a:off x="1417321" y="3415073"/>
            <a:ext cx="640079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 b="1">
                <a:solidFill>
                  <a:srgbClr val="072140"/>
                </a:solidFill>
                <a:latin typeface="Arial"/>
              </a:rPr>
              <a:t>Question 3  -  Which model predicts best, and why</a:t>
            </a: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1EE73348-0337-1FF3-156B-9C69B027DBDE}"/>
              </a:ext>
            </a:extLst>
          </p:cNvPr>
          <p:cNvSpPr/>
          <p:nvPr/>
        </p:nvSpPr>
        <p:spPr>
          <a:xfrm>
            <a:off x="502921" y="4036865"/>
            <a:ext cx="7498079" cy="548640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16">
            <a:extLst>
              <a:ext uri="{FF2B5EF4-FFF2-40B4-BE49-F238E27FC236}">
                <a16:creationId xmlns:a16="http://schemas.microsoft.com/office/drawing/2014/main" id="{6F767DFB-D3DC-4B8D-FE48-B1F57E8DE122}"/>
              </a:ext>
            </a:extLst>
          </p:cNvPr>
          <p:cNvSpPr/>
          <p:nvPr/>
        </p:nvSpPr>
        <p:spPr>
          <a:xfrm>
            <a:off x="704088" y="4064296"/>
            <a:ext cx="493776" cy="493776"/>
          </a:xfrm>
          <a:prstGeom prst="ellipse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46CB0A6F-7BFF-E6F2-7EE5-9E1C49D811DE}"/>
              </a:ext>
            </a:extLst>
          </p:cNvPr>
          <p:cNvSpPr txBox="1"/>
          <p:nvPr/>
        </p:nvSpPr>
        <p:spPr>
          <a:xfrm>
            <a:off x="1417321" y="4036865"/>
            <a:ext cx="640079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50" b="1">
                <a:solidFill>
                  <a:srgbClr val="072140"/>
                </a:solidFill>
                <a:latin typeface="Arial"/>
              </a:rPr>
              <a:t>Conclusion  -  From model to control</a:t>
            </a:r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6BBD6E58-1091-31CA-04CB-5268C1EDDBEA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OVERVIEW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9666F62-83C8-5751-7AFB-CE1C896D8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464BAAD-038E-E1F1-F19B-8978D211CC0E}"/>
              </a:ext>
            </a:extLst>
          </p:cNvPr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103AD5-8AC5-195A-3D86-73F13FCD1F0A}"/>
              </a:ext>
            </a:extLst>
          </p:cNvPr>
          <p:cNvSpPr/>
          <p:nvPr/>
        </p:nvSpPr>
        <p:spPr>
          <a:xfrm>
            <a:off x="502920" y="1965960"/>
            <a:ext cx="868680" cy="54864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71E7E31-1E2C-9FFF-D11F-430DCF8BF001}"/>
              </a:ext>
            </a:extLst>
          </p:cNvPr>
          <p:cNvSpPr txBox="1"/>
          <p:nvPr/>
        </p:nvSpPr>
        <p:spPr>
          <a:xfrm>
            <a:off x="4114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E3F5"/>
                </a:solidFill>
                <a:latin typeface="Arial"/>
              </a:rPr>
              <a:t>SETTING THE SCENE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2050A6D-FABD-1BE9-27EA-A53F17D4BBB0}"/>
              </a:ext>
            </a:extLst>
          </p:cNvPr>
          <p:cNvSpPr txBox="1"/>
          <p:nvPr/>
        </p:nvSpPr>
        <p:spPr>
          <a:xfrm>
            <a:off x="411480" y="2212848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rial"/>
              </a:rPr>
              <a:t>Background and the task</a:t>
            </a:r>
          </a:p>
        </p:txBody>
      </p:sp>
      <p:sp>
        <p:nvSpPr>
          <p:cNvPr id="8" name="Rounded Rectangle 20">
            <a:extLst>
              <a:ext uri="{FF2B5EF4-FFF2-40B4-BE49-F238E27FC236}">
                <a16:creationId xmlns:a16="http://schemas.microsoft.com/office/drawing/2014/main" id="{C75BC60F-EB18-BC83-9511-9EFD865F8C8D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 dirty="0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BA5FA5E-6D3F-6EF5-B986-1AABC9F56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444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950C523-0550-8547-98F7-F879AFFCC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Why model building thermal dynamics?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813E7E-4E10-AF27-7EBE-7D4D8E2F02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32755B-A51B-686A-DE9A-B5383710B87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8901EEE9-FB26-2059-4B1D-433933FAD52B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BACKGROUND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B25D8B73-F7B5-3AD1-EC62-7401E3D283F2}"/>
              </a:ext>
            </a:extLst>
          </p:cNvPr>
          <p:cNvSpPr/>
          <p:nvPr/>
        </p:nvSpPr>
        <p:spPr>
          <a:xfrm>
            <a:off x="411480" y="1783080"/>
            <a:ext cx="2606040" cy="1874519"/>
          </a:xfrm>
          <a:prstGeom prst="roundRect">
            <a:avLst/>
          </a:prstGeom>
          <a:solidFill>
            <a:srgbClr val="F3F7FB"/>
          </a:solidFill>
          <a:ln w="19050">
            <a:solidFill>
              <a:srgbClr val="006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3400" b="1">
                <a:solidFill>
                  <a:srgbClr val="0065BD"/>
                </a:solidFill>
                <a:latin typeface="Arial"/>
              </a:rPr>
              <a:t>~30%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072140"/>
                </a:solidFill>
                <a:latin typeface="Arial"/>
              </a:rPr>
              <a:t>of global final energy is used in buildings</a:t>
            </a: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2E7F370E-8F68-8EA2-DED7-2176C435942A}"/>
              </a:ext>
            </a:extLst>
          </p:cNvPr>
          <p:cNvSpPr/>
          <p:nvPr/>
        </p:nvSpPr>
        <p:spPr>
          <a:xfrm>
            <a:off x="3310128" y="1783080"/>
            <a:ext cx="2606040" cy="1874519"/>
          </a:xfrm>
          <a:prstGeom prst="roundRect">
            <a:avLst/>
          </a:prstGeom>
          <a:solidFill>
            <a:srgbClr val="F3F7FB"/>
          </a:solidFill>
          <a:ln w="19050">
            <a:solidFill>
              <a:srgbClr val="E37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3400" b="1">
                <a:solidFill>
                  <a:srgbClr val="E37222"/>
                </a:solidFill>
                <a:latin typeface="Arial"/>
              </a:rPr>
              <a:t>~78%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072140"/>
                </a:solidFill>
                <a:latin typeface="Arial"/>
              </a:rPr>
              <a:t>of EU home energy goes to space + water heating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A4FA76A7-64E8-A778-A14F-4A4CC74C4175}"/>
              </a:ext>
            </a:extLst>
          </p:cNvPr>
          <p:cNvSpPr/>
          <p:nvPr/>
        </p:nvSpPr>
        <p:spPr>
          <a:xfrm>
            <a:off x="6208776" y="1783080"/>
            <a:ext cx="2606040" cy="1874519"/>
          </a:xfrm>
          <a:prstGeom prst="roundRect">
            <a:avLst/>
          </a:prstGeom>
          <a:solidFill>
            <a:srgbClr val="F3F7FB"/>
          </a:solidFill>
          <a:ln w="19050">
            <a:solidFill>
              <a:srgbClr val="64A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3400" b="1">
                <a:solidFill>
                  <a:srgbClr val="64A0C8"/>
                </a:solidFill>
                <a:latin typeface="Arial"/>
              </a:rPr>
              <a:t>largest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072140"/>
                </a:solidFill>
                <a:latin typeface="Arial"/>
              </a:rPr>
              <a:t>single end-use in homes is space heating (~63%)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0EC4D70F-5AE3-CC7E-1624-94C3DE2EB064}"/>
              </a:ext>
            </a:extLst>
          </p:cNvPr>
          <p:cNvSpPr txBox="1"/>
          <p:nvPr/>
        </p:nvSpPr>
        <p:spPr>
          <a:xfrm>
            <a:off x="411480" y="38862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72140"/>
                </a:solidFill>
                <a:latin typeface="Arial"/>
              </a:rPr>
              <a:t>Accurate, fast thermal models are the precondition for an energy-management system that cuts demand and shifts load.</a:t>
            </a: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8994796A-D1DD-4881-990A-719A78A9B841}"/>
              </a:ext>
            </a:extLst>
          </p:cNvPr>
          <p:cNvSpPr txBox="1"/>
          <p:nvPr/>
        </p:nvSpPr>
        <p:spPr>
          <a:xfrm>
            <a:off x="411480" y="44348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6B7785"/>
                </a:solidFill>
                <a:latin typeface="Arial"/>
              </a:rPr>
              <a:t>Sources: IEA (buildings energy use); Eurostat 2023 (EU households: 62.5% space + 15.1% water heating).</a:t>
            </a:r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AE6FC4C3-6007-E8E5-70B4-59AECF636ADE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79EE45D-283B-B758-7666-11ECAB42E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CEE6D9A-3A3C-E29A-1B73-E3D39F5B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The task: model a building's indoor temperature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D03211-641E-BE37-E157-ABB344450A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F7BBFF-6070-10A8-CDA9-7D579B5C44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A0D3942B-4967-84C3-8ED3-AB67252ECF73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BACKGROUND · THE TASK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DAFDC557-9D44-8158-FA9A-FD50C63A231A}"/>
              </a:ext>
            </a:extLst>
          </p:cNvPr>
          <p:cNvSpPr/>
          <p:nvPr/>
        </p:nvSpPr>
        <p:spPr>
          <a:xfrm>
            <a:off x="411480" y="1473809"/>
            <a:ext cx="7635240" cy="548640"/>
          </a:xfrm>
          <a:prstGeom prst="round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Setting: one single-family house in London, two years of 15-min data  -  indoor &amp; outdoor temperature, heating power, solar  (no occupancy or cooling)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46E557D1-DFE1-71E5-8E89-4DB64378A446}"/>
              </a:ext>
            </a:extLst>
          </p:cNvPr>
          <p:cNvSpPr/>
          <p:nvPr/>
        </p:nvSpPr>
        <p:spPr>
          <a:xfrm>
            <a:off x="411480" y="2121408"/>
            <a:ext cx="7635240" cy="768096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49854DC4-0A77-B84D-3F87-10BB60FCD24B}"/>
              </a:ext>
            </a:extLst>
          </p:cNvPr>
          <p:cNvSpPr/>
          <p:nvPr/>
        </p:nvSpPr>
        <p:spPr>
          <a:xfrm>
            <a:off x="594360" y="2231136"/>
            <a:ext cx="548640" cy="548640"/>
          </a:xfrm>
          <a:prstGeom prst="ellipse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09093C87-2EC0-0729-AC80-643BE8135A30}"/>
              </a:ext>
            </a:extLst>
          </p:cNvPr>
          <p:cNvSpPr txBox="1"/>
          <p:nvPr/>
        </p:nvSpPr>
        <p:spPr>
          <a:xfrm>
            <a:off x="1325880" y="2212848"/>
            <a:ext cx="6583679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>
                <a:solidFill>
                  <a:srgbClr val="072140"/>
                </a:solidFill>
                <a:latin typeface="Arial"/>
              </a:rPr>
              <a:t>Compare the two years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A42"/>
                </a:solidFill>
                <a:latin typeface="Arial"/>
              </a:rPr>
              <a:t>Which characteristics and differences appear between year 1 and year 2? Causes? How to visualise?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2612276F-7B66-0D15-BB8F-4977CCCEB03F}"/>
              </a:ext>
            </a:extLst>
          </p:cNvPr>
          <p:cNvSpPr/>
          <p:nvPr/>
        </p:nvSpPr>
        <p:spPr>
          <a:xfrm>
            <a:off x="411480" y="2971800"/>
            <a:ext cx="7635240" cy="768096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88D5C2CF-503D-1E2B-C971-5654C615EAA0}"/>
              </a:ext>
            </a:extLst>
          </p:cNvPr>
          <p:cNvSpPr/>
          <p:nvPr/>
        </p:nvSpPr>
        <p:spPr>
          <a:xfrm>
            <a:off x="594360" y="3081528"/>
            <a:ext cx="548640" cy="548640"/>
          </a:xfrm>
          <a:prstGeom prst="ellipse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D7BD1432-82EE-020A-39BB-5EA6D3693E62}"/>
              </a:ext>
            </a:extLst>
          </p:cNvPr>
          <p:cNvSpPr txBox="1"/>
          <p:nvPr/>
        </p:nvSpPr>
        <p:spPr>
          <a:xfrm>
            <a:off x="1325880" y="3063240"/>
            <a:ext cx="6583679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>
                <a:solidFill>
                  <a:srgbClr val="072140"/>
                </a:solidFill>
                <a:latin typeface="Arial"/>
              </a:rPr>
              <a:t>Build R-C models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A42"/>
                </a:solidFill>
                <a:latin typeface="Arial"/>
              </a:rPr>
              <a:t>Models of different complexity for indoor temperature from outside weather + heating power; train on year 1, test on year 2.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29C47697-9540-0292-0DE1-1B069553B6CE}"/>
              </a:ext>
            </a:extLst>
          </p:cNvPr>
          <p:cNvSpPr/>
          <p:nvPr/>
        </p:nvSpPr>
        <p:spPr>
          <a:xfrm>
            <a:off x="411480" y="3822191"/>
            <a:ext cx="7635240" cy="768096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1">
            <a:extLst>
              <a:ext uri="{FF2B5EF4-FFF2-40B4-BE49-F238E27FC236}">
                <a16:creationId xmlns:a16="http://schemas.microsoft.com/office/drawing/2014/main" id="{D6D18869-14C6-FA29-47EE-AF28CABE6589}"/>
              </a:ext>
            </a:extLst>
          </p:cNvPr>
          <p:cNvSpPr/>
          <p:nvPr/>
        </p:nvSpPr>
        <p:spPr>
          <a:xfrm>
            <a:off x="594360" y="3931920"/>
            <a:ext cx="548640" cy="548640"/>
          </a:xfrm>
          <a:prstGeom prst="ellipse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1BF9A583-434C-D14B-4480-B67F334AEC4C}"/>
              </a:ext>
            </a:extLst>
          </p:cNvPr>
          <p:cNvSpPr txBox="1"/>
          <p:nvPr/>
        </p:nvSpPr>
        <p:spPr>
          <a:xfrm>
            <a:off x="1325880" y="3913631"/>
            <a:ext cx="6583679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>
                <a:solidFill>
                  <a:srgbClr val="072140"/>
                </a:solidFill>
                <a:latin typeface="Arial"/>
              </a:rPr>
              <a:t>Evaluate and choose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333A42"/>
                </a:solidFill>
                <a:latin typeface="Arial"/>
              </a:rPr>
              <a:t>Prediction performance on a winter and a summer window of year 2, across inference horizons: which model is best, and why?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D070B15-ABF5-1EE7-DBC7-DE43BD55AF98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415D5B5-5070-105B-9C37-024E9A543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176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98B3211-6990-CEBE-74DA-96181152CA56}"/>
              </a:ext>
            </a:extLst>
          </p:cNvPr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037C26A-7643-0B63-5841-A16EA4BC1788}"/>
              </a:ext>
            </a:extLst>
          </p:cNvPr>
          <p:cNvSpPr txBox="1"/>
          <p:nvPr/>
        </p:nvSpPr>
        <p:spPr>
          <a:xfrm>
            <a:off x="4114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E3F5"/>
                </a:solidFill>
                <a:latin typeface="Arial"/>
              </a:rPr>
              <a:t>QUESTION 1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6AEEF11-5AE7-6B72-5BAA-D846DE51C8CA}"/>
              </a:ext>
            </a:extLst>
          </p:cNvPr>
          <p:cNvSpPr txBox="1"/>
          <p:nvPr/>
        </p:nvSpPr>
        <p:spPr>
          <a:xfrm>
            <a:off x="411480" y="2212848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rial"/>
              </a:rPr>
              <a:t>Reading the data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6F1FA"/>
                </a:solidFill>
                <a:latin typeface="Arial"/>
              </a:rPr>
              <a:t>How do the two years compare?</a:t>
            </a:r>
          </a:p>
        </p:txBody>
      </p:sp>
      <p:sp>
        <p:nvSpPr>
          <p:cNvPr id="8" name="Rounded Rectangle 20">
            <a:extLst>
              <a:ext uri="{FF2B5EF4-FFF2-40B4-BE49-F238E27FC236}">
                <a16:creationId xmlns:a16="http://schemas.microsoft.com/office/drawing/2014/main" id="{855D04C9-3B64-CB33-C5A9-2070685913A2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 dirty="0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4530D43-7BBD-BF96-7105-BB641C14517F}"/>
              </a:ext>
            </a:extLst>
          </p:cNvPr>
          <p:cNvSpPr/>
          <p:nvPr/>
        </p:nvSpPr>
        <p:spPr>
          <a:xfrm>
            <a:off x="502920" y="1965960"/>
            <a:ext cx="868680" cy="54864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E99CF17-A22C-CC41-6FBC-72ED46911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3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8B98847-535E-2BF2-E940-D15C459AF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>
              <a:spcAft>
                <a:spcPts val="600"/>
              </a:spcAft>
              <a:buFont typeface="Arial"/>
              <a:buChar char="•"/>
            </a:pPr>
            <a:r>
              <a:rPr lang="en-US" dirty="0">
                <a:solidFill>
                  <a:srgbClr val="072140"/>
                </a:solidFill>
              </a:rPr>
              <a:t>Two clean years at 15-min resolution; no gaps, no flatlines; indoor held near 22 °C</a:t>
            </a:r>
          </a:p>
          <a:p>
            <a:pPr marL="274320" indent="-274320">
              <a:spcAft>
                <a:spcPts val="600"/>
              </a:spcAft>
              <a:buFont typeface="Arial"/>
              <a:buChar char="•"/>
            </a:pPr>
            <a:r>
              <a:rPr lang="en-US" dirty="0">
                <a:solidFill>
                  <a:srgbClr val="072140"/>
                </a:solidFill>
              </a:rPr>
              <a:t>Heating-only (peaks ~9 kW, ~18–19 MWh/yr); summer indoor rise is passive solar gain, no cooling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966ACC4-C18F-3F05-7AF3-A5C9C64D9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The data at a glance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DB4204-4B49-7E3C-37F2-9C71AA4650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AF8B44-B29E-F43A-9F55-33E2BF81A0A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9CE98D5B-5C81-189C-8C04-8CA41D32987C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QUESTION 1 · READING THE DATA</a:t>
            </a:r>
          </a:p>
        </p:txBody>
      </p:sp>
      <p:pic>
        <p:nvPicPr>
          <p:cNvPr id="7" name="Picture 4" descr="fig01_overview_v3.png">
            <a:extLst>
              <a:ext uri="{FF2B5EF4-FFF2-40B4-BE49-F238E27FC236}">
                <a16:creationId xmlns:a16="http://schemas.microsoft.com/office/drawing/2014/main" id="{9218FD77-A3AE-A476-67C9-F519B3060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199" y="2231136"/>
            <a:ext cx="5777777" cy="2523744"/>
          </a:xfrm>
          <a:prstGeom prst="rect">
            <a:avLst/>
          </a:prstGeom>
        </p:spPr>
      </p:pic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5D10C8E5-D4A5-A9FC-61FD-56E862718E5C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F3C4330-7418-A8E2-9BF9-E3681EA45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9D1F631-C336-226A-C215-7889DB08B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Two years compared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3B4572-8F2D-A625-73C0-3523DD394A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4436AF-236D-07F3-F8E8-BBB0458ED51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7A93587D-F1EF-EF33-873E-25110F1EEEE9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>
                <a:solidFill>
                  <a:srgbClr val="0065BD"/>
                </a:solidFill>
                <a:latin typeface="Arial"/>
              </a:rPr>
              <a:t>QUESTION 1 · READING THE DATA</a:t>
            </a: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599C6C64-5F6A-69B7-AEBF-0A5519A68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844436"/>
              </p:ext>
            </p:extLst>
          </p:nvPr>
        </p:nvGraphicFramePr>
        <p:xfrm>
          <a:off x="311162" y="1780540"/>
          <a:ext cx="4069080" cy="235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T="25400" marB="25400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Year 1</a:t>
                      </a:r>
                    </a:p>
                  </a:txBody>
                  <a:tcPr marT="25400" marB="25400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T="25400" marB="25400"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T="25400" marB="25400" anchor="ctr">
                    <a:solidFill>
                      <a:srgbClr val="006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Indoor mean</a:t>
                      </a:r>
                    </a:p>
                  </a:txBody>
                  <a:tcPr marT="25400" marB="25400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21.6 C</a:t>
                      </a:r>
                    </a:p>
                  </a:txBody>
                  <a:tcPr marT="25400" marB="25400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21.7 C</a:t>
                      </a:r>
                    </a:p>
                  </a:txBody>
                  <a:tcPr marT="25400" marB="25400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~ same</a:t>
                      </a:r>
                    </a:p>
                  </a:txBody>
                  <a:tcPr marT="25400" marB="25400"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Outdoor mean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11.4 C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11.8 C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+0.4 C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Outdoor minimum</a:t>
                      </a:r>
                    </a:p>
                  </a:txBody>
                  <a:tcPr marT="25400" marB="25400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-1.2 C</a:t>
                      </a:r>
                    </a:p>
                  </a:txBody>
                  <a:tcPr marT="25400" marB="25400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-5.7 C</a:t>
                      </a:r>
                    </a:p>
                  </a:txBody>
                  <a:tcPr marT="25400" marB="25400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colder</a:t>
                      </a:r>
                    </a:p>
                  </a:txBody>
                  <a:tcPr marT="25400" marB="25400"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Heating energy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19.2 MWh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17.9 MWh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-7%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Heating-degree-days</a:t>
                      </a:r>
                    </a:p>
                  </a:txBody>
                  <a:tcPr marT="25400" marB="25400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1785</a:t>
                      </a:r>
                    </a:p>
                  </a:txBody>
                  <a:tcPr marT="25400" marB="25400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72140"/>
                          </a:solidFill>
                          <a:latin typeface="Arial"/>
                        </a:rPr>
                        <a:t>1635</a:t>
                      </a:r>
                    </a:p>
                  </a:txBody>
                  <a:tcPr marT="25400" marB="25400"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072140"/>
                          </a:solidFill>
                          <a:latin typeface="Arial"/>
                        </a:rPr>
                        <a:t>-8%</a:t>
                      </a:r>
                    </a:p>
                  </a:txBody>
                  <a:tcPr marT="25400" marB="25400" anchor="ctr"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4">
            <a:extLst>
              <a:ext uri="{FF2B5EF4-FFF2-40B4-BE49-F238E27FC236}">
                <a16:creationId xmlns:a16="http://schemas.microsoft.com/office/drawing/2014/main" id="{9139C897-085E-9029-5185-BC4552B6DE9B}"/>
              </a:ext>
            </a:extLst>
          </p:cNvPr>
          <p:cNvSpPr txBox="1"/>
          <p:nvPr/>
        </p:nvSpPr>
        <p:spPr>
          <a:xfrm>
            <a:off x="311162" y="4238625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 dirty="0">
                <a:solidFill>
                  <a:srgbClr val="6B7785"/>
                </a:solidFill>
                <a:latin typeface="Arial"/>
              </a:rPr>
              <a:t>Aggregates barely move - year 2 is simply a milder weather year.</a:t>
            </a:r>
          </a:p>
        </p:txBody>
      </p:sp>
      <p:sp>
        <p:nvSpPr>
          <p:cNvPr id="9" name="Rounded Rectangle 15">
            <a:extLst>
              <a:ext uri="{FF2B5EF4-FFF2-40B4-BE49-F238E27FC236}">
                <a16:creationId xmlns:a16="http://schemas.microsoft.com/office/drawing/2014/main" id="{E9B05DFB-4C18-4974-BEAA-243BC4A70F46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2E5457B7-0AC4-DD01-C8EA-BAD940BF4C0E}"/>
              </a:ext>
            </a:extLst>
          </p:cNvPr>
          <p:cNvSpPr/>
          <p:nvPr/>
        </p:nvSpPr>
        <p:spPr>
          <a:xfrm>
            <a:off x="4727448" y="1988821"/>
            <a:ext cx="3095897" cy="568763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072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D335279-C060-A845-2A03-BBE17E14AE91}"/>
              </a:ext>
            </a:extLst>
          </p:cNvPr>
          <p:cNvSpPr txBox="1"/>
          <p:nvPr/>
        </p:nvSpPr>
        <p:spPr>
          <a:xfrm>
            <a:off x="4837176" y="2068892"/>
            <a:ext cx="2897759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dirty="0">
                <a:solidFill>
                  <a:srgbClr val="072140"/>
                </a:solidFill>
                <a:latin typeface="Arial"/>
              </a:rPr>
              <a:t>≈ 20 MWh/yr</a:t>
            </a:r>
          </a:p>
          <a:p>
            <a:r>
              <a:rPr sz="1100" dirty="0">
                <a:solidFill>
                  <a:srgbClr val="072140"/>
                </a:solidFill>
                <a:latin typeface="Arial"/>
              </a:rPr>
              <a:t>Old, poorly-insulated home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43A6B95E-FE46-AC7D-31A3-E67411855FF9}"/>
              </a:ext>
            </a:extLst>
          </p:cNvPr>
          <p:cNvSpPr/>
          <p:nvPr/>
        </p:nvSpPr>
        <p:spPr>
          <a:xfrm>
            <a:off x="4727448" y="2681029"/>
            <a:ext cx="3095897" cy="568763"/>
          </a:xfrm>
          <a:prstGeom prst="roundRect">
            <a:avLst/>
          </a:prstGeom>
          <a:solidFill>
            <a:srgbClr val="FCEFE3"/>
          </a:solidFill>
          <a:ln w="19050">
            <a:solidFill>
              <a:srgbClr val="E37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FC37067E-6331-A05D-0AE4-5AD6D3FE78B7}"/>
              </a:ext>
            </a:extLst>
          </p:cNvPr>
          <p:cNvSpPr txBox="1"/>
          <p:nvPr/>
        </p:nvSpPr>
        <p:spPr>
          <a:xfrm>
            <a:off x="4837176" y="2756528"/>
            <a:ext cx="2897759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dirty="0">
                <a:solidFill>
                  <a:srgbClr val="E37222"/>
                </a:solidFill>
                <a:latin typeface="Arial"/>
              </a:rPr>
              <a:t>≈ 18.5 MWh/yr</a:t>
            </a:r>
          </a:p>
          <a:p>
            <a:r>
              <a:rPr sz="1100" dirty="0">
                <a:solidFill>
                  <a:srgbClr val="072140"/>
                </a:solidFill>
                <a:latin typeface="Arial"/>
              </a:rPr>
              <a:t>This house (measured heating)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C7EA3560-AE9F-60B2-7ADB-07AE22E9468B}"/>
              </a:ext>
            </a:extLst>
          </p:cNvPr>
          <p:cNvSpPr/>
          <p:nvPr/>
        </p:nvSpPr>
        <p:spPr>
          <a:xfrm>
            <a:off x="4727448" y="3369748"/>
            <a:ext cx="3095897" cy="568763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006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A3B89FF8-CBAC-7E11-8687-672055296F31}"/>
              </a:ext>
            </a:extLst>
          </p:cNvPr>
          <p:cNvSpPr txBox="1"/>
          <p:nvPr/>
        </p:nvSpPr>
        <p:spPr>
          <a:xfrm>
            <a:off x="4837176" y="3445247"/>
            <a:ext cx="2897759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dirty="0">
                <a:solidFill>
                  <a:srgbClr val="0065BD"/>
                </a:solidFill>
                <a:latin typeface="Arial"/>
              </a:rPr>
              <a:t>≈ 6-9 MWh/yr</a:t>
            </a:r>
          </a:p>
          <a:p>
            <a:r>
              <a:rPr sz="1100" dirty="0">
                <a:solidFill>
                  <a:srgbClr val="072140"/>
                </a:solidFill>
                <a:latin typeface="Arial"/>
              </a:rPr>
              <a:t>New, efficient build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1CB3AEA4-6838-54AD-16E8-DF328241B5F3}"/>
              </a:ext>
            </a:extLst>
          </p:cNvPr>
          <p:cNvSpPr txBox="1"/>
          <p:nvPr/>
        </p:nvSpPr>
        <p:spPr>
          <a:xfrm>
            <a:off x="4727448" y="4267363"/>
            <a:ext cx="39319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 dirty="0">
                <a:solidFill>
                  <a:srgbClr val="6B7785"/>
                </a:solidFill>
                <a:latin typeface="Arial"/>
              </a:rPr>
              <a:t>Sources: Ofgem TDCV; BEAMA by property type.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96556271-6D39-0728-6313-A61D2FB7223F}"/>
              </a:ext>
            </a:extLst>
          </p:cNvPr>
          <p:cNvSpPr txBox="1"/>
          <p:nvPr/>
        </p:nvSpPr>
        <p:spPr>
          <a:xfrm>
            <a:off x="4617720" y="159105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72140"/>
                </a:solidFill>
                <a:latin typeface="Arial"/>
              </a:rPr>
              <a:t>Annual heating energy (single-family homes)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D5EFF91-890F-AC54-4030-6D247D3D3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84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AEB3F83-4E29-EF8B-A266-635DC74B8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1" y="1600200"/>
            <a:ext cx="4252910" cy="30956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072140"/>
                </a:solidFill>
              </a:rPr>
              <a:t>Same heating fingerprint and thermal 'memory' in both years → envelope and control unchanged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A256A86-A0C6-43AE-C40A-AFD283993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Year 1 vs. year 2: Weather changed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4E7811-2E6D-6A27-A531-B31D8A815F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852119-31B0-E97D-E2DD-AB118DF504D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Rami Haidar | Building Thermal Modelling 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E7E9D4B5-D43A-7003-E4CA-6FAA90F65E42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QUESTION 1 · READING THE DATA</a:t>
            </a:r>
          </a:p>
        </p:txBody>
      </p:sp>
      <p:pic>
        <p:nvPicPr>
          <p:cNvPr id="7" name="Picture 7" descr="fig04_deck.png">
            <a:extLst>
              <a:ext uri="{FF2B5EF4-FFF2-40B4-BE49-F238E27FC236}">
                <a16:creationId xmlns:a16="http://schemas.microsoft.com/office/drawing/2014/main" id="{01F2A3E9-9297-6620-3428-47FF00E0B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251" y="1674658"/>
            <a:ext cx="3592286" cy="25864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1C4E2DCC-C532-FD68-B81F-E8CBF4E3B02B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 dirty="0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5BE71EB7-4DBE-98D7-F53A-EEB02D324275}"/>
              </a:ext>
            </a:extLst>
          </p:cNvPr>
          <p:cNvSpPr/>
          <p:nvPr/>
        </p:nvSpPr>
        <p:spPr>
          <a:xfrm>
            <a:off x="319090" y="2571750"/>
            <a:ext cx="4108271" cy="969264"/>
          </a:xfrm>
          <a:prstGeom prst="roundRect">
            <a:avLst/>
          </a:prstGeom>
          <a:solidFill>
            <a:srgbClr val="FCEFE3"/>
          </a:solidFill>
          <a:ln w="15875">
            <a:solidFill>
              <a:srgbClr val="E37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/>
          <a:lstStyle/>
          <a:p>
            <a:pPr algn="ctr"/>
            <a:r>
              <a:rPr lang="de-DE" sz="1300" dirty="0">
                <a:solidFill>
                  <a:srgbClr val="072140"/>
                </a:solidFill>
                <a:latin typeface="Arial"/>
              </a:rPr>
              <a:t>O</a:t>
            </a:r>
            <a:r>
              <a:rPr sz="1300" dirty="0" err="1">
                <a:solidFill>
                  <a:srgbClr val="072140"/>
                </a:solidFill>
                <a:latin typeface="Arial"/>
              </a:rPr>
              <a:t>nly</a:t>
            </a:r>
            <a:r>
              <a:rPr sz="1300" dirty="0">
                <a:solidFill>
                  <a:srgbClr val="072140"/>
                </a:solidFill>
                <a:latin typeface="Arial"/>
              </a:rPr>
              <a:t> the weather changed</a:t>
            </a:r>
            <a:r>
              <a:rPr lang="de-DE" sz="1300" dirty="0">
                <a:solidFill>
                  <a:srgbClr val="072140"/>
                </a:solidFill>
                <a:latin typeface="Arial"/>
              </a:rPr>
              <a:t>.</a:t>
            </a:r>
            <a:br>
              <a:rPr lang="de-DE" sz="1300" dirty="0">
                <a:solidFill>
                  <a:srgbClr val="072140"/>
                </a:solidFill>
                <a:latin typeface="Arial"/>
              </a:rPr>
            </a:br>
            <a:r>
              <a:rPr sz="1300" dirty="0">
                <a:solidFill>
                  <a:srgbClr val="072140"/>
                </a:solidFill>
                <a:latin typeface="Arial"/>
              </a:rPr>
              <a:t>Because the building is unchanged</a:t>
            </a:r>
            <a:r>
              <a:rPr lang="de-DE" sz="1300" dirty="0">
                <a:solidFill>
                  <a:srgbClr val="072140"/>
                </a:solidFill>
                <a:latin typeface="Arial"/>
              </a:rPr>
              <a:t> (a</a:t>
            </a:r>
            <a:r>
              <a:rPr sz="1300" dirty="0">
                <a:solidFill>
                  <a:srgbClr val="072140"/>
                </a:solidFill>
                <a:latin typeface="Arial"/>
              </a:rPr>
              <a:t> necessary condition</a:t>
            </a:r>
            <a:r>
              <a:rPr lang="de-DE" sz="1300" dirty="0">
                <a:solidFill>
                  <a:srgbClr val="072140"/>
                </a:solidFill>
                <a:latin typeface="Arial"/>
              </a:rPr>
              <a:t>), so </a:t>
            </a:r>
            <a:r>
              <a:rPr sz="1300" dirty="0">
                <a:solidFill>
                  <a:srgbClr val="072140"/>
                </a:solidFill>
                <a:latin typeface="Arial"/>
              </a:rPr>
              <a:t>a year</a:t>
            </a:r>
            <a:r>
              <a:rPr lang="de-DE" sz="1300" dirty="0">
                <a:solidFill>
                  <a:srgbClr val="072140"/>
                </a:solidFill>
                <a:latin typeface="Arial"/>
              </a:rPr>
              <a:t> </a:t>
            </a:r>
            <a:r>
              <a:rPr sz="1300" dirty="0">
                <a:solidFill>
                  <a:srgbClr val="072140"/>
                </a:solidFill>
                <a:latin typeface="Arial"/>
              </a:rPr>
              <a:t>1 model generalizes to year 2.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8F4C93E9-85D3-7540-EE4B-494A36A65FAE}"/>
              </a:ext>
            </a:extLst>
          </p:cNvPr>
          <p:cNvSpPr txBox="1"/>
          <p:nvPr/>
        </p:nvSpPr>
        <p:spPr>
          <a:xfrm>
            <a:off x="266841" y="4265565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0065BD"/>
                </a:solidFill>
                <a:latin typeface="Arial"/>
              </a:rPr>
              <a:t>More in the notebook: box-plots, heat-maps, autocorrelation, seasonal scatter.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3CA3FDF1-F58A-C158-B0C7-F28285DFF6BA}"/>
              </a:ext>
            </a:extLst>
          </p:cNvPr>
          <p:cNvSpPr txBox="1"/>
          <p:nvPr/>
        </p:nvSpPr>
        <p:spPr>
          <a:xfrm>
            <a:off x="266841" y="3573216"/>
            <a:ext cx="41605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6B7785"/>
                </a:solidFill>
                <a:latin typeface="Arial"/>
              </a:rPr>
              <a:t>Caveat: year 2 is colder than any year</a:t>
            </a:r>
            <a:r>
              <a:rPr lang="de-DE" sz="1050" b="0" i="1" dirty="0">
                <a:solidFill>
                  <a:srgbClr val="6B7785"/>
                </a:solidFill>
                <a:latin typeface="Arial"/>
              </a:rPr>
              <a:t> </a:t>
            </a:r>
            <a:r>
              <a:rPr sz="1050" b="0" i="1" dirty="0">
                <a:solidFill>
                  <a:srgbClr val="6B7785"/>
                </a:solidFill>
                <a:latin typeface="Arial"/>
              </a:rPr>
              <a:t>1 day </a:t>
            </a:r>
            <a:r>
              <a:rPr lang="de-DE" sz="1050" i="1" dirty="0">
                <a:solidFill>
                  <a:srgbClr val="6B7785"/>
                </a:solidFill>
                <a:latin typeface="Arial"/>
              </a:rPr>
              <a:t>→</a:t>
            </a:r>
            <a:r>
              <a:rPr sz="1050" b="0" i="1" dirty="0">
                <a:solidFill>
                  <a:srgbClr val="6B7785"/>
                </a:solidFill>
                <a:latin typeface="Arial"/>
              </a:rPr>
              <a:t> mild extrapolation.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00147DD-C6BF-50EE-062B-252A94FE2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64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1C39DFD-58F2-60CD-910F-DC381B69C5BE}"/>
              </a:ext>
            </a:extLst>
          </p:cNvPr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8AFA117-1D6A-27C2-BD38-D2704C84AF90}"/>
              </a:ext>
            </a:extLst>
          </p:cNvPr>
          <p:cNvSpPr txBox="1"/>
          <p:nvPr/>
        </p:nvSpPr>
        <p:spPr>
          <a:xfrm>
            <a:off x="4114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E3F5"/>
                </a:solidFill>
                <a:latin typeface="Arial"/>
              </a:rPr>
              <a:t>QUESTION 2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4F38434-E8A9-3F99-CE4C-D042845E396F}"/>
              </a:ext>
            </a:extLst>
          </p:cNvPr>
          <p:cNvSpPr txBox="1"/>
          <p:nvPr/>
        </p:nvSpPr>
        <p:spPr>
          <a:xfrm>
            <a:off x="411480" y="2212848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rial"/>
              </a:rPr>
              <a:t>R-C models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6F1FA"/>
                </a:solidFill>
                <a:latin typeface="Arial"/>
              </a:rPr>
              <a:t>Of increasing complexity</a:t>
            </a:r>
          </a:p>
        </p:txBody>
      </p:sp>
      <p:sp>
        <p:nvSpPr>
          <p:cNvPr id="8" name="Rounded Rectangle 20">
            <a:extLst>
              <a:ext uri="{FF2B5EF4-FFF2-40B4-BE49-F238E27FC236}">
                <a16:creationId xmlns:a16="http://schemas.microsoft.com/office/drawing/2014/main" id="{DE7B8D30-4C9E-3297-B838-08F115D60636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 dirty="0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BB87752-A8F1-4FA0-8F85-38006C4617D7}"/>
              </a:ext>
            </a:extLst>
          </p:cNvPr>
          <p:cNvSpPr/>
          <p:nvPr/>
        </p:nvSpPr>
        <p:spPr>
          <a:xfrm>
            <a:off x="502920" y="1965960"/>
            <a:ext cx="868680" cy="54864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34AD2C2-28F7-2B3F-E145-F5AED42EB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365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A963A81-7993-15FF-77D3-15B7A0A5E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72140"/>
                </a:solidFill>
              </a:rPr>
              <a:t>Structure from physics, parameters from data: temperature ~ voltage, heat flow ~ current, R = insulation, C = thermal mass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72140"/>
                </a:solidFill>
              </a:rPr>
              <a:t>Other approaches: white-box (needs construction details) or a black-box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A410C50-DFD1-ACBA-B209-A829EA2F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Grey-box modelling: the electric analogy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48491E-B331-0177-D5F6-B123285878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C244A6-C299-20F2-B438-C110FE5CB4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Rami Haidar | Building Thermal Modelling </a:t>
            </a:r>
          </a:p>
        </p:txBody>
      </p:sp>
      <p:sp>
        <p:nvSpPr>
          <p:cNvPr id="6" name="TextBox 41">
            <a:extLst>
              <a:ext uri="{FF2B5EF4-FFF2-40B4-BE49-F238E27FC236}">
                <a16:creationId xmlns:a16="http://schemas.microsoft.com/office/drawing/2014/main" id="{764E35B9-5835-D57A-F8CD-8BF64983A249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QUESTION 2 · R-C MODELS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DE9EAF93-99E2-5CD3-9B3B-38A90D542EB4}"/>
              </a:ext>
            </a:extLst>
          </p:cNvPr>
          <p:cNvSpPr/>
          <p:nvPr/>
        </p:nvSpPr>
        <p:spPr>
          <a:xfrm>
            <a:off x="533625" y="3334512"/>
            <a:ext cx="2377440" cy="1298448"/>
          </a:xfrm>
          <a:prstGeom prst="rect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sosceles Triangle 30">
            <a:extLst>
              <a:ext uri="{FF2B5EF4-FFF2-40B4-BE49-F238E27FC236}">
                <a16:creationId xmlns:a16="http://schemas.microsoft.com/office/drawing/2014/main" id="{20949C86-7D84-57BB-143D-6AE36E71244F}"/>
              </a:ext>
            </a:extLst>
          </p:cNvPr>
          <p:cNvSpPr/>
          <p:nvPr/>
        </p:nvSpPr>
        <p:spPr>
          <a:xfrm>
            <a:off x="305025" y="2712720"/>
            <a:ext cx="2834640" cy="64008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31">
            <a:extLst>
              <a:ext uri="{FF2B5EF4-FFF2-40B4-BE49-F238E27FC236}">
                <a16:creationId xmlns:a16="http://schemas.microsoft.com/office/drawing/2014/main" id="{18026624-346C-7200-BBD8-F3B691508308}"/>
              </a:ext>
            </a:extLst>
          </p:cNvPr>
          <p:cNvCxnSpPr/>
          <p:nvPr/>
        </p:nvCxnSpPr>
        <p:spPr>
          <a:xfrm flipV="1">
            <a:off x="1722345" y="3677412"/>
            <a:ext cx="0" cy="612648"/>
          </a:xfrm>
          <a:prstGeom prst="line">
            <a:avLst/>
          </a:prstGeom>
          <a:ln w="38100">
            <a:solidFill>
              <a:srgbClr val="E37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32">
            <a:extLst>
              <a:ext uri="{FF2B5EF4-FFF2-40B4-BE49-F238E27FC236}">
                <a16:creationId xmlns:a16="http://schemas.microsoft.com/office/drawing/2014/main" id="{D17E5747-0F03-0EFC-C5AD-23837F60A2A0}"/>
              </a:ext>
            </a:extLst>
          </p:cNvPr>
          <p:cNvSpPr txBox="1"/>
          <p:nvPr/>
        </p:nvSpPr>
        <p:spPr>
          <a:xfrm>
            <a:off x="740227" y="38465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E37222"/>
                </a:solidFill>
                <a:latin typeface="Arial"/>
              </a:rPr>
              <a:t>heating </a:t>
            </a:r>
            <a:r>
              <a:rPr sz="1100" b="1" i="0" dirty="0" err="1">
                <a:solidFill>
                  <a:srgbClr val="E37222"/>
                </a:solidFill>
                <a:latin typeface="Arial"/>
              </a:rPr>
              <a:t>Φh</a:t>
            </a:r>
            <a:endParaRPr sz="1100" b="1" i="0" dirty="0">
              <a:solidFill>
                <a:srgbClr val="E37222"/>
              </a:solidFill>
              <a:latin typeface="Arial"/>
            </a:endParaRPr>
          </a:p>
        </p:txBody>
      </p:sp>
      <p:sp>
        <p:nvSpPr>
          <p:cNvPr id="11" name="Oval 34">
            <a:extLst>
              <a:ext uri="{FF2B5EF4-FFF2-40B4-BE49-F238E27FC236}">
                <a16:creationId xmlns:a16="http://schemas.microsoft.com/office/drawing/2014/main" id="{98BC3996-2587-0BBE-24A9-9879AE0E0E4F}"/>
              </a:ext>
            </a:extLst>
          </p:cNvPr>
          <p:cNvSpPr/>
          <p:nvPr/>
        </p:nvSpPr>
        <p:spPr>
          <a:xfrm>
            <a:off x="3543302" y="2632049"/>
            <a:ext cx="457200" cy="45720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35">
            <a:extLst>
              <a:ext uri="{FF2B5EF4-FFF2-40B4-BE49-F238E27FC236}">
                <a16:creationId xmlns:a16="http://schemas.microsoft.com/office/drawing/2014/main" id="{D8FCB46D-AB86-683B-EA7C-224D05591509}"/>
              </a:ext>
            </a:extLst>
          </p:cNvPr>
          <p:cNvCxnSpPr/>
          <p:nvPr/>
        </p:nvCxnSpPr>
        <p:spPr>
          <a:xfrm flipH="1">
            <a:off x="3148460" y="3100570"/>
            <a:ext cx="411480" cy="384048"/>
          </a:xfrm>
          <a:prstGeom prst="line">
            <a:avLst/>
          </a:prstGeom>
          <a:ln w="25400">
            <a:solidFill>
              <a:srgbClr val="F0AB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37">
            <a:extLst>
              <a:ext uri="{FF2B5EF4-FFF2-40B4-BE49-F238E27FC236}">
                <a16:creationId xmlns:a16="http://schemas.microsoft.com/office/drawing/2014/main" id="{47F51419-CBC7-7176-C375-0750E7FA2E01}"/>
              </a:ext>
            </a:extLst>
          </p:cNvPr>
          <p:cNvSpPr txBox="1"/>
          <p:nvPr/>
        </p:nvSpPr>
        <p:spPr>
          <a:xfrm>
            <a:off x="2925130" y="42900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785"/>
                </a:solidFill>
                <a:latin typeface="Arial"/>
              </a:rPr>
              <a:t>outdoor To</a:t>
            </a: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1CCCB29C-7E41-7598-05DC-EDA9AA19534E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 dirty="0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sp>
        <p:nvSpPr>
          <p:cNvPr id="19" name="TextBox 33">
            <a:extLst>
              <a:ext uri="{FF2B5EF4-FFF2-40B4-BE49-F238E27FC236}">
                <a16:creationId xmlns:a16="http://schemas.microsoft.com/office/drawing/2014/main" id="{DA50D803-EDC0-4D4C-F45A-8110EAE16DCC}"/>
              </a:ext>
            </a:extLst>
          </p:cNvPr>
          <p:cNvSpPr txBox="1"/>
          <p:nvPr/>
        </p:nvSpPr>
        <p:spPr>
          <a:xfrm>
            <a:off x="1982600" y="3639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65BD"/>
                </a:solidFill>
                <a:latin typeface="Arial"/>
              </a:rPr>
              <a:t>indoor Ti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587CAC48-B13E-D9A3-F9E1-4716AF2527BB}"/>
              </a:ext>
            </a:extLst>
          </p:cNvPr>
          <p:cNvSpPr/>
          <p:nvPr/>
        </p:nvSpPr>
        <p:spPr>
          <a:xfrm>
            <a:off x="4572000" y="2722661"/>
            <a:ext cx="3575266" cy="1968405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006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1C8282B1-8C16-0203-D559-A86946894BE8}"/>
              </a:ext>
            </a:extLst>
          </p:cNvPr>
          <p:cNvSpPr txBox="1"/>
          <p:nvPr/>
        </p:nvSpPr>
        <p:spPr>
          <a:xfrm>
            <a:off x="5257433" y="2458839"/>
            <a:ext cx="218707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0065BD"/>
                </a:solidFill>
                <a:latin typeface="Arial"/>
              </a:rPr>
              <a:t>R-C model (simplest form)</a:t>
            </a:r>
          </a:p>
        </p:txBody>
      </p:sp>
      <p:sp>
        <p:nvSpPr>
          <p:cNvPr id="23" name="Oval 6">
            <a:extLst>
              <a:ext uri="{FF2B5EF4-FFF2-40B4-BE49-F238E27FC236}">
                <a16:creationId xmlns:a16="http://schemas.microsoft.com/office/drawing/2014/main" id="{05F03A2F-D2D6-A8C1-EA5C-C29187ACC261}"/>
              </a:ext>
            </a:extLst>
          </p:cNvPr>
          <p:cNvSpPr/>
          <p:nvPr/>
        </p:nvSpPr>
        <p:spPr>
          <a:xfrm>
            <a:off x="5099305" y="3519185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F5B7A775-8DA1-72F6-10DA-0B071485F24D}"/>
              </a:ext>
            </a:extLst>
          </p:cNvPr>
          <p:cNvSpPr txBox="1"/>
          <p:nvPr/>
        </p:nvSpPr>
        <p:spPr>
          <a:xfrm>
            <a:off x="5096447" y="3526139"/>
            <a:ext cx="384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1A1A"/>
                </a:solidFill>
                <a:latin typeface="Arial"/>
              </a:rPr>
              <a:t>+</a:t>
            </a: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EB46900E-2A99-8842-E3CD-6AA00E7BDAB2}"/>
              </a:ext>
            </a:extLst>
          </p:cNvPr>
          <p:cNvSpPr txBox="1"/>
          <p:nvPr/>
        </p:nvSpPr>
        <p:spPr>
          <a:xfrm>
            <a:off x="5096447" y="3572474"/>
            <a:ext cx="384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1A1A1A"/>
                </a:solidFill>
                <a:latin typeface="Arial"/>
              </a:rPr>
              <a:t>_</a:t>
            </a: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661ECF2C-421D-41B9-7698-E805F46DC813}"/>
              </a:ext>
            </a:extLst>
          </p:cNvPr>
          <p:cNvSpPr txBox="1"/>
          <p:nvPr/>
        </p:nvSpPr>
        <p:spPr>
          <a:xfrm>
            <a:off x="4732116" y="3589309"/>
            <a:ext cx="365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dirty="0">
                <a:solidFill>
                  <a:srgbClr val="6B7785"/>
                </a:solidFill>
                <a:latin typeface="Arial"/>
              </a:rPr>
              <a:t>To</a:t>
            </a:r>
          </a:p>
        </p:txBody>
      </p:sp>
      <p:cxnSp>
        <p:nvCxnSpPr>
          <p:cNvPr id="27" name="Connector 10">
            <a:extLst>
              <a:ext uri="{FF2B5EF4-FFF2-40B4-BE49-F238E27FC236}">
                <a16:creationId xmlns:a16="http://schemas.microsoft.com/office/drawing/2014/main" id="{6B28C22C-0E32-9E43-3B14-D9DCD7A36AFA}"/>
              </a:ext>
            </a:extLst>
          </p:cNvPr>
          <p:cNvCxnSpPr>
            <a:cxnSpLocks/>
          </p:cNvCxnSpPr>
          <p:nvPr/>
        </p:nvCxnSpPr>
        <p:spPr>
          <a:xfrm>
            <a:off x="5288471" y="4008276"/>
            <a:ext cx="1402476" cy="0"/>
          </a:xfrm>
          <a:prstGeom prst="line">
            <a:avLst/>
          </a:prstGeom>
          <a:ln w="2794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11">
            <a:extLst>
              <a:ext uri="{FF2B5EF4-FFF2-40B4-BE49-F238E27FC236}">
                <a16:creationId xmlns:a16="http://schemas.microsoft.com/office/drawing/2014/main" id="{8908B589-563A-2E20-E81D-5A5A430F1C65}"/>
              </a:ext>
            </a:extLst>
          </p:cNvPr>
          <p:cNvSpPr/>
          <p:nvPr/>
        </p:nvSpPr>
        <p:spPr>
          <a:xfrm>
            <a:off x="5600272" y="3182664"/>
            <a:ext cx="548640" cy="219456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92B2F164-F07A-7E5C-7080-A5D4699E18E1}"/>
              </a:ext>
            </a:extLst>
          </p:cNvPr>
          <p:cNvSpPr txBox="1"/>
          <p:nvPr/>
        </p:nvSpPr>
        <p:spPr>
          <a:xfrm>
            <a:off x="5461893" y="3132391"/>
            <a:ext cx="8229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1A1A1A"/>
                </a:solidFill>
                <a:latin typeface="Arial"/>
              </a:rPr>
              <a:t>R</a:t>
            </a:r>
          </a:p>
        </p:txBody>
      </p:sp>
      <p:cxnSp>
        <p:nvCxnSpPr>
          <p:cNvPr id="30" name="Connector 13">
            <a:extLst>
              <a:ext uri="{FF2B5EF4-FFF2-40B4-BE49-F238E27FC236}">
                <a16:creationId xmlns:a16="http://schemas.microsoft.com/office/drawing/2014/main" id="{293A7B19-E582-7C47-F5EA-9327B1EC70DA}"/>
              </a:ext>
            </a:extLst>
          </p:cNvPr>
          <p:cNvCxnSpPr>
            <a:cxnSpLocks/>
          </p:cNvCxnSpPr>
          <p:nvPr/>
        </p:nvCxnSpPr>
        <p:spPr>
          <a:xfrm>
            <a:off x="6144390" y="3292392"/>
            <a:ext cx="546557" cy="0"/>
          </a:xfrm>
          <a:prstGeom prst="line">
            <a:avLst/>
          </a:prstGeom>
          <a:ln w="2794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14">
            <a:extLst>
              <a:ext uri="{FF2B5EF4-FFF2-40B4-BE49-F238E27FC236}">
                <a16:creationId xmlns:a16="http://schemas.microsoft.com/office/drawing/2014/main" id="{9660AFD1-72D9-1FFF-C42F-4D9B2E0D55C8}"/>
              </a:ext>
            </a:extLst>
          </p:cNvPr>
          <p:cNvSpPr/>
          <p:nvPr/>
        </p:nvSpPr>
        <p:spPr>
          <a:xfrm>
            <a:off x="6690947" y="3246672"/>
            <a:ext cx="91440" cy="91440"/>
          </a:xfrm>
          <a:prstGeom prst="ellipse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68BA6460-5EB5-03D3-1E7D-553733DC7097}"/>
              </a:ext>
            </a:extLst>
          </p:cNvPr>
          <p:cNvSpPr txBox="1"/>
          <p:nvPr/>
        </p:nvSpPr>
        <p:spPr>
          <a:xfrm>
            <a:off x="6582647" y="2957306"/>
            <a:ext cx="5852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0065BD"/>
                </a:solidFill>
                <a:latin typeface="Arial"/>
              </a:rPr>
              <a:t>Ti</a:t>
            </a:r>
          </a:p>
        </p:txBody>
      </p:sp>
      <p:sp>
        <p:nvSpPr>
          <p:cNvPr id="34" name="Oval 17">
            <a:extLst>
              <a:ext uri="{FF2B5EF4-FFF2-40B4-BE49-F238E27FC236}">
                <a16:creationId xmlns:a16="http://schemas.microsoft.com/office/drawing/2014/main" id="{3A2C2260-FC52-893B-810F-87608E6F4BFA}"/>
              </a:ext>
            </a:extLst>
          </p:cNvPr>
          <p:cNvSpPr/>
          <p:nvPr/>
        </p:nvSpPr>
        <p:spPr>
          <a:xfrm>
            <a:off x="7283341" y="3548786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37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5078E999-4B7D-9B2D-A699-B3701A830F94}"/>
              </a:ext>
            </a:extLst>
          </p:cNvPr>
          <p:cNvSpPr txBox="1"/>
          <p:nvPr/>
        </p:nvSpPr>
        <p:spPr>
          <a:xfrm>
            <a:off x="7468150" y="3113140"/>
            <a:ext cx="7387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E37222"/>
                </a:solidFill>
                <a:latin typeface="Arial"/>
              </a:rPr>
              <a:t>Φh</a:t>
            </a:r>
            <a:endParaRPr lang="de-DE" sz="1100" b="0" i="0" dirty="0">
              <a:solidFill>
                <a:srgbClr val="E37222"/>
              </a:solidFill>
              <a:latin typeface="Arial"/>
            </a:endParaRPr>
          </a:p>
          <a:p>
            <a:r>
              <a:rPr lang="de-DE" sz="1100" dirty="0">
                <a:latin typeface="Arial"/>
              </a:rPr>
              <a:t>(+</a:t>
            </a:r>
            <a:r>
              <a:rPr lang="de-DE" sz="1100" dirty="0">
                <a:solidFill>
                  <a:srgbClr val="E37222"/>
                </a:solidFill>
                <a:latin typeface="Arial"/>
              </a:rPr>
              <a:t> </a:t>
            </a:r>
            <a:r>
              <a:rPr lang="de-DE" sz="1100" dirty="0">
                <a:solidFill>
                  <a:srgbClr val="F0AB00"/>
                </a:solidFill>
                <a:latin typeface="Arial"/>
              </a:rPr>
              <a:t>Ai</a:t>
            </a:r>
            <a:r>
              <a:rPr lang="el-GR" sz="1100" dirty="0">
                <a:solidFill>
                  <a:srgbClr val="F0AB00"/>
                </a:solidFill>
                <a:latin typeface="Arial"/>
              </a:rPr>
              <a:t> Φ</a:t>
            </a:r>
            <a:r>
              <a:rPr lang="de-DE" sz="1100" dirty="0">
                <a:solidFill>
                  <a:srgbClr val="F0AB00"/>
                </a:solidFill>
                <a:latin typeface="Arial"/>
              </a:rPr>
              <a:t>s</a:t>
            </a:r>
            <a:r>
              <a:rPr lang="de-DE" sz="1100" dirty="0">
                <a:latin typeface="Arial"/>
              </a:rPr>
              <a:t>)</a:t>
            </a:r>
            <a:endParaRPr sz="1100" i="0" dirty="0">
              <a:latin typeface="Arial"/>
            </a:endParaRP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C8F1C13F-7F50-C8CB-94D8-DBF263AF86C3}"/>
              </a:ext>
            </a:extLst>
          </p:cNvPr>
          <p:cNvSpPr txBox="1"/>
          <p:nvPr/>
        </p:nvSpPr>
        <p:spPr>
          <a:xfrm>
            <a:off x="6144390" y="3533312"/>
            <a:ext cx="548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cxnSp>
        <p:nvCxnSpPr>
          <p:cNvPr id="43" name="Connector 26">
            <a:extLst>
              <a:ext uri="{FF2B5EF4-FFF2-40B4-BE49-F238E27FC236}">
                <a16:creationId xmlns:a16="http://schemas.microsoft.com/office/drawing/2014/main" id="{602C11B4-4817-BFB4-F72E-D9AC1476D611}"/>
              </a:ext>
            </a:extLst>
          </p:cNvPr>
          <p:cNvCxnSpPr>
            <a:cxnSpLocks/>
          </p:cNvCxnSpPr>
          <p:nvPr/>
        </p:nvCxnSpPr>
        <p:spPr>
          <a:xfrm>
            <a:off x="6582647" y="4280011"/>
            <a:ext cx="292608" cy="0"/>
          </a:xfrm>
          <a:prstGeom prst="line">
            <a:avLst/>
          </a:prstGeom>
          <a:ln w="3048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27">
            <a:extLst>
              <a:ext uri="{FF2B5EF4-FFF2-40B4-BE49-F238E27FC236}">
                <a16:creationId xmlns:a16="http://schemas.microsoft.com/office/drawing/2014/main" id="{1891B103-F9DD-BFF5-A817-1D9442B621FC}"/>
              </a:ext>
            </a:extLst>
          </p:cNvPr>
          <p:cNvCxnSpPr>
            <a:cxnSpLocks/>
          </p:cNvCxnSpPr>
          <p:nvPr/>
        </p:nvCxnSpPr>
        <p:spPr>
          <a:xfrm>
            <a:off x="6664943" y="4344019"/>
            <a:ext cx="128016" cy="0"/>
          </a:xfrm>
          <a:prstGeom prst="line">
            <a:avLst/>
          </a:prstGeom>
          <a:ln w="3048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13">
            <a:extLst>
              <a:ext uri="{FF2B5EF4-FFF2-40B4-BE49-F238E27FC236}">
                <a16:creationId xmlns:a16="http://schemas.microsoft.com/office/drawing/2014/main" id="{7612FAA9-3C6D-F7F7-FC3B-A27F284557CC}"/>
              </a:ext>
            </a:extLst>
          </p:cNvPr>
          <p:cNvCxnSpPr>
            <a:cxnSpLocks/>
          </p:cNvCxnSpPr>
          <p:nvPr/>
        </p:nvCxnSpPr>
        <p:spPr>
          <a:xfrm>
            <a:off x="6782387" y="3292594"/>
            <a:ext cx="665546" cy="0"/>
          </a:xfrm>
          <a:prstGeom prst="line">
            <a:avLst/>
          </a:prstGeom>
          <a:ln w="2794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8">
            <a:extLst>
              <a:ext uri="{FF2B5EF4-FFF2-40B4-BE49-F238E27FC236}">
                <a16:creationId xmlns:a16="http://schemas.microsoft.com/office/drawing/2014/main" id="{969BB1BC-AE58-BD7D-2AF8-2C4EFBBFE187}"/>
              </a:ext>
            </a:extLst>
          </p:cNvPr>
          <p:cNvCxnSpPr>
            <a:cxnSpLocks/>
          </p:cNvCxnSpPr>
          <p:nvPr/>
        </p:nvCxnSpPr>
        <p:spPr>
          <a:xfrm flipV="1">
            <a:off x="7447933" y="3622853"/>
            <a:ext cx="0" cy="181051"/>
          </a:xfrm>
          <a:prstGeom prst="line">
            <a:avLst/>
          </a:prstGeom>
          <a:ln w="22860">
            <a:solidFill>
              <a:srgbClr val="E37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20">
            <a:extLst>
              <a:ext uri="{FF2B5EF4-FFF2-40B4-BE49-F238E27FC236}">
                <a16:creationId xmlns:a16="http://schemas.microsoft.com/office/drawing/2014/main" id="{7497ED0A-9ADC-432E-E4B7-DD103B676C88}"/>
              </a:ext>
            </a:extLst>
          </p:cNvPr>
          <p:cNvCxnSpPr>
            <a:cxnSpLocks/>
          </p:cNvCxnSpPr>
          <p:nvPr/>
        </p:nvCxnSpPr>
        <p:spPr>
          <a:xfrm>
            <a:off x="6728951" y="3332069"/>
            <a:ext cx="0" cy="279811"/>
          </a:xfrm>
          <a:prstGeom prst="line">
            <a:avLst/>
          </a:prstGeom>
          <a:ln w="2794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21">
            <a:extLst>
              <a:ext uri="{FF2B5EF4-FFF2-40B4-BE49-F238E27FC236}">
                <a16:creationId xmlns:a16="http://schemas.microsoft.com/office/drawing/2014/main" id="{90E12B0E-4C13-6B2D-CAB1-F8AE10E9BFDF}"/>
              </a:ext>
            </a:extLst>
          </p:cNvPr>
          <p:cNvCxnSpPr>
            <a:cxnSpLocks/>
          </p:cNvCxnSpPr>
          <p:nvPr/>
        </p:nvCxnSpPr>
        <p:spPr>
          <a:xfrm>
            <a:off x="6454631" y="3622853"/>
            <a:ext cx="548640" cy="0"/>
          </a:xfrm>
          <a:prstGeom prst="line">
            <a:avLst/>
          </a:prstGeom>
          <a:ln w="3556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22">
            <a:extLst>
              <a:ext uri="{FF2B5EF4-FFF2-40B4-BE49-F238E27FC236}">
                <a16:creationId xmlns:a16="http://schemas.microsoft.com/office/drawing/2014/main" id="{BD201E5D-DC3E-DB9E-AD56-689DF8076F63}"/>
              </a:ext>
            </a:extLst>
          </p:cNvPr>
          <p:cNvCxnSpPr>
            <a:cxnSpLocks/>
          </p:cNvCxnSpPr>
          <p:nvPr/>
        </p:nvCxnSpPr>
        <p:spPr>
          <a:xfrm>
            <a:off x="6454631" y="3714293"/>
            <a:ext cx="548640" cy="0"/>
          </a:xfrm>
          <a:prstGeom prst="line">
            <a:avLst/>
          </a:prstGeom>
          <a:ln w="3556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24">
            <a:extLst>
              <a:ext uri="{FF2B5EF4-FFF2-40B4-BE49-F238E27FC236}">
                <a16:creationId xmlns:a16="http://schemas.microsoft.com/office/drawing/2014/main" id="{D1BBCEF2-9E99-8F9A-9105-8B01C53C0CB3}"/>
              </a:ext>
            </a:extLst>
          </p:cNvPr>
          <p:cNvCxnSpPr>
            <a:cxnSpLocks/>
          </p:cNvCxnSpPr>
          <p:nvPr/>
        </p:nvCxnSpPr>
        <p:spPr>
          <a:xfrm>
            <a:off x="6728951" y="3713378"/>
            <a:ext cx="0" cy="496515"/>
          </a:xfrm>
          <a:prstGeom prst="line">
            <a:avLst/>
          </a:prstGeom>
          <a:ln w="2794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25">
            <a:extLst>
              <a:ext uri="{FF2B5EF4-FFF2-40B4-BE49-F238E27FC236}">
                <a16:creationId xmlns:a16="http://schemas.microsoft.com/office/drawing/2014/main" id="{041D523B-B52A-A014-AE7F-358079D276D0}"/>
              </a:ext>
            </a:extLst>
          </p:cNvPr>
          <p:cNvCxnSpPr>
            <a:cxnSpLocks/>
          </p:cNvCxnSpPr>
          <p:nvPr/>
        </p:nvCxnSpPr>
        <p:spPr>
          <a:xfrm>
            <a:off x="6491207" y="4209893"/>
            <a:ext cx="475488" cy="0"/>
          </a:xfrm>
          <a:prstGeom prst="line">
            <a:avLst/>
          </a:prstGeom>
          <a:ln w="3048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20">
            <a:extLst>
              <a:ext uri="{FF2B5EF4-FFF2-40B4-BE49-F238E27FC236}">
                <a16:creationId xmlns:a16="http://schemas.microsoft.com/office/drawing/2014/main" id="{3F68098A-B4F2-F7E3-14C1-0CDF1FE5B62F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7447933" y="3279682"/>
            <a:ext cx="0" cy="269104"/>
          </a:xfrm>
          <a:prstGeom prst="line">
            <a:avLst/>
          </a:prstGeom>
          <a:ln w="2794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20">
            <a:extLst>
              <a:ext uri="{FF2B5EF4-FFF2-40B4-BE49-F238E27FC236}">
                <a16:creationId xmlns:a16="http://schemas.microsoft.com/office/drawing/2014/main" id="{44A8D124-D3C5-4365-E4BD-9DAED14EFE23}"/>
              </a:ext>
            </a:extLst>
          </p:cNvPr>
          <p:cNvCxnSpPr>
            <a:cxnSpLocks/>
            <a:stCxn id="34" idx="4"/>
          </p:cNvCxnSpPr>
          <p:nvPr/>
        </p:nvCxnSpPr>
        <p:spPr>
          <a:xfrm>
            <a:off x="7447933" y="3877970"/>
            <a:ext cx="0" cy="136246"/>
          </a:xfrm>
          <a:prstGeom prst="line">
            <a:avLst/>
          </a:prstGeom>
          <a:ln w="2794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13">
            <a:extLst>
              <a:ext uri="{FF2B5EF4-FFF2-40B4-BE49-F238E27FC236}">
                <a16:creationId xmlns:a16="http://schemas.microsoft.com/office/drawing/2014/main" id="{31D886D4-3A57-2372-70A5-7DA9F6A3630E}"/>
              </a:ext>
            </a:extLst>
          </p:cNvPr>
          <p:cNvCxnSpPr>
            <a:cxnSpLocks/>
          </p:cNvCxnSpPr>
          <p:nvPr/>
        </p:nvCxnSpPr>
        <p:spPr>
          <a:xfrm>
            <a:off x="6736667" y="4014216"/>
            <a:ext cx="711266" cy="0"/>
          </a:xfrm>
          <a:prstGeom prst="line">
            <a:avLst/>
          </a:prstGeom>
          <a:ln w="2794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14">
            <a:extLst>
              <a:ext uri="{FF2B5EF4-FFF2-40B4-BE49-F238E27FC236}">
                <a16:creationId xmlns:a16="http://schemas.microsoft.com/office/drawing/2014/main" id="{94250E79-C06F-690B-072E-E91C5AB8DC39}"/>
              </a:ext>
            </a:extLst>
          </p:cNvPr>
          <p:cNvSpPr/>
          <p:nvPr/>
        </p:nvSpPr>
        <p:spPr>
          <a:xfrm>
            <a:off x="6683915" y="3963818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4" name="Connector 13">
            <a:extLst>
              <a:ext uri="{FF2B5EF4-FFF2-40B4-BE49-F238E27FC236}">
                <a16:creationId xmlns:a16="http://schemas.microsoft.com/office/drawing/2014/main" id="{4EDFEFBD-F5A4-3FCA-E244-58F99C3312FC}"/>
              </a:ext>
            </a:extLst>
          </p:cNvPr>
          <p:cNvCxnSpPr>
            <a:cxnSpLocks/>
          </p:cNvCxnSpPr>
          <p:nvPr/>
        </p:nvCxnSpPr>
        <p:spPr>
          <a:xfrm>
            <a:off x="5291329" y="3296182"/>
            <a:ext cx="308943" cy="0"/>
          </a:xfrm>
          <a:prstGeom prst="line">
            <a:avLst/>
          </a:prstGeom>
          <a:ln w="2794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20">
            <a:extLst>
              <a:ext uri="{FF2B5EF4-FFF2-40B4-BE49-F238E27FC236}">
                <a16:creationId xmlns:a16="http://schemas.microsoft.com/office/drawing/2014/main" id="{87DAF2CD-1AF3-56EF-797E-353E244A2977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5288471" y="3292663"/>
            <a:ext cx="2858" cy="226522"/>
          </a:xfrm>
          <a:prstGeom prst="line">
            <a:avLst/>
          </a:prstGeom>
          <a:ln w="2794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20">
            <a:extLst>
              <a:ext uri="{FF2B5EF4-FFF2-40B4-BE49-F238E27FC236}">
                <a16:creationId xmlns:a16="http://schemas.microsoft.com/office/drawing/2014/main" id="{12A9672F-BB0D-7C99-05F0-B063D366A889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5291329" y="3903233"/>
            <a:ext cx="0" cy="105043"/>
          </a:xfrm>
          <a:prstGeom prst="line">
            <a:avLst/>
          </a:prstGeom>
          <a:ln w="2794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feld 92">
            <a:extLst>
              <a:ext uri="{FF2B5EF4-FFF2-40B4-BE49-F238E27FC236}">
                <a16:creationId xmlns:a16="http://schemas.microsoft.com/office/drawing/2014/main" id="{10F80197-B0DE-1124-23E8-E36B7845E583}"/>
              </a:ext>
            </a:extLst>
          </p:cNvPr>
          <p:cNvSpPr txBox="1"/>
          <p:nvPr/>
        </p:nvSpPr>
        <p:spPr>
          <a:xfrm>
            <a:off x="3536993" y="3089937"/>
            <a:ext cx="912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1100" b="1" i="0" dirty="0">
                <a:solidFill>
                  <a:srgbClr val="F0AB00"/>
                </a:solidFill>
                <a:latin typeface="Arial"/>
              </a:rPr>
              <a:t>Solar </a:t>
            </a:r>
            <a:r>
              <a:rPr lang="el-GR" sz="1100" b="1" i="0" dirty="0">
                <a:solidFill>
                  <a:srgbClr val="F0AB00"/>
                </a:solidFill>
                <a:latin typeface="Arial"/>
              </a:rPr>
              <a:t>Φ</a:t>
            </a:r>
            <a:r>
              <a:rPr lang="de-DE" sz="1100" b="1" dirty="0">
                <a:solidFill>
                  <a:srgbClr val="F0AB00"/>
                </a:solidFill>
                <a:latin typeface="Arial"/>
              </a:rPr>
              <a:t>s</a:t>
            </a:r>
            <a:endParaRPr lang="de-DE" sz="1100" b="1" i="0" dirty="0">
              <a:solidFill>
                <a:srgbClr val="F0AB00"/>
              </a:solidFill>
              <a:latin typeface="Arial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FE52174-EBB9-E9F5-7F22-CBB3F8D44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50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403CEC4-C74F-7EEC-A208-67AC13C62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72140"/>
                </a:solidFill>
              </a:rPr>
              <a:t>From one lump (A) to a wall/mass node (B) to a window path + solar (C)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2A4F5DD-FE9D-BCD5-87CB-475DB97E7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de-DE" sz="2800" b="1" dirty="0" err="1">
                <a:solidFill>
                  <a:srgbClr val="005293"/>
                </a:solidFill>
              </a:rPr>
              <a:t>Three</a:t>
            </a:r>
            <a:r>
              <a:rPr lang="de-DE" sz="2800" b="1" dirty="0">
                <a:solidFill>
                  <a:srgbClr val="005293"/>
                </a:solidFill>
              </a:rPr>
              <a:t> </a:t>
            </a:r>
            <a:r>
              <a:rPr lang="de-DE" sz="2800" b="1" dirty="0" err="1">
                <a:solidFill>
                  <a:srgbClr val="005293"/>
                </a:solidFill>
              </a:rPr>
              <a:t>models</a:t>
            </a:r>
            <a:r>
              <a:rPr lang="de-DE" sz="2800" b="1" dirty="0">
                <a:solidFill>
                  <a:srgbClr val="005293"/>
                </a:solidFill>
              </a:rPr>
              <a:t>, </a:t>
            </a:r>
            <a:r>
              <a:rPr lang="de-DE" sz="2800" b="1" dirty="0" err="1">
                <a:solidFill>
                  <a:srgbClr val="005293"/>
                </a:solidFill>
              </a:rPr>
              <a:t>increasing</a:t>
            </a:r>
            <a:r>
              <a:rPr lang="de-DE" sz="2800" b="1" dirty="0">
                <a:solidFill>
                  <a:srgbClr val="005293"/>
                </a:solidFill>
              </a:rPr>
              <a:t> </a:t>
            </a:r>
            <a:r>
              <a:rPr lang="de-DE" sz="2800" b="1" dirty="0" err="1">
                <a:solidFill>
                  <a:srgbClr val="005293"/>
                </a:solidFill>
              </a:rPr>
              <a:t>complexity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CD70AB-C807-42F2-6D8C-3AC431B23E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A24BEC-D1A3-22F3-1F2B-95302586F3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41DC5214-A60E-3DDE-0839-C30CBE6104FC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>
                <a:solidFill>
                  <a:srgbClr val="0065BD"/>
                </a:solidFill>
                <a:latin typeface="Arial"/>
              </a:rPr>
              <a:t>QUESTION 2 · R-C MODELS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1D929F2-F574-1BC4-DA89-5A9610C81852}"/>
              </a:ext>
            </a:extLst>
          </p:cNvPr>
          <p:cNvSpPr txBox="1"/>
          <p:nvPr/>
        </p:nvSpPr>
        <p:spPr>
          <a:xfrm>
            <a:off x="959934" y="2065131"/>
            <a:ext cx="86251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1250" b="1" i="0" dirty="0">
                <a:solidFill>
                  <a:srgbClr val="0065BD"/>
                </a:solidFill>
                <a:latin typeface="Arial"/>
              </a:rPr>
              <a:t>Model A</a:t>
            </a:r>
            <a:endParaRPr sz="1250" b="1" i="0" dirty="0">
              <a:solidFill>
                <a:srgbClr val="0065BD"/>
              </a:solidFill>
              <a:latin typeface="Arial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56EB318F-3372-405E-C6ED-658AA22CC1CD}"/>
              </a:ext>
            </a:extLst>
          </p:cNvPr>
          <p:cNvSpPr txBox="1"/>
          <p:nvPr/>
        </p:nvSpPr>
        <p:spPr>
          <a:xfrm>
            <a:off x="652667" y="2297174"/>
            <a:ext cx="1477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900" b="0" i="1" dirty="0">
                <a:solidFill>
                  <a:srgbClr val="6B7785"/>
                </a:solidFill>
                <a:latin typeface="Arial"/>
              </a:rPr>
              <a:t>1R1C – Indoor Air Only</a:t>
            </a:r>
            <a:endParaRPr sz="1050" b="0" i="1" dirty="0">
              <a:solidFill>
                <a:srgbClr val="6B7785"/>
              </a:solidFill>
              <a:latin typeface="Arial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3AAF571B-88D8-29C4-0067-047AD88186A1}"/>
              </a:ext>
            </a:extLst>
          </p:cNvPr>
          <p:cNvSpPr txBox="1"/>
          <p:nvPr/>
        </p:nvSpPr>
        <p:spPr>
          <a:xfrm>
            <a:off x="3897992" y="2065131"/>
            <a:ext cx="86251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1250" b="1" i="0" dirty="0">
                <a:solidFill>
                  <a:srgbClr val="0065BD"/>
                </a:solidFill>
                <a:latin typeface="Arial"/>
              </a:rPr>
              <a:t>Model B</a:t>
            </a:r>
            <a:endParaRPr sz="1250" b="1" i="0" dirty="0">
              <a:solidFill>
                <a:srgbClr val="0065BD"/>
              </a:solidFill>
              <a:latin typeface="Arial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F78A71C5-6DF9-1CC7-1912-5142A0280606}"/>
              </a:ext>
            </a:extLst>
          </p:cNvPr>
          <p:cNvSpPr txBox="1"/>
          <p:nvPr/>
        </p:nvSpPr>
        <p:spPr>
          <a:xfrm>
            <a:off x="3368348" y="2297174"/>
            <a:ext cx="19218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900" i="1" dirty="0">
                <a:solidFill>
                  <a:srgbClr val="6B7785"/>
                </a:solidFill>
                <a:latin typeface="Arial"/>
              </a:rPr>
              <a:t>2</a:t>
            </a:r>
            <a:r>
              <a:rPr lang="de-DE" sz="900" b="0" i="1" dirty="0">
                <a:solidFill>
                  <a:srgbClr val="6B7785"/>
                </a:solidFill>
                <a:latin typeface="Arial"/>
              </a:rPr>
              <a:t>R2C – + Slow Wall / </a:t>
            </a:r>
            <a:r>
              <a:rPr lang="de-DE" sz="900" b="0" i="1" dirty="0" err="1">
                <a:solidFill>
                  <a:srgbClr val="6B7785"/>
                </a:solidFill>
                <a:latin typeface="Arial"/>
              </a:rPr>
              <a:t>Mass</a:t>
            </a:r>
            <a:r>
              <a:rPr lang="de-DE" sz="900" b="0" i="1" dirty="0">
                <a:solidFill>
                  <a:srgbClr val="6B7785"/>
                </a:solidFill>
                <a:latin typeface="Arial"/>
              </a:rPr>
              <a:t> Node</a:t>
            </a:r>
            <a:endParaRPr sz="1050" b="0" i="1" dirty="0">
              <a:solidFill>
                <a:srgbClr val="6B7785"/>
              </a:solidFill>
              <a:latin typeface="Arial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BA3A6608-0FEC-E747-4E3A-DB86A6159DE8}"/>
              </a:ext>
            </a:extLst>
          </p:cNvPr>
          <p:cNvSpPr txBox="1"/>
          <p:nvPr/>
        </p:nvSpPr>
        <p:spPr>
          <a:xfrm>
            <a:off x="7082201" y="2065131"/>
            <a:ext cx="86251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1250" b="1" i="0" dirty="0">
                <a:solidFill>
                  <a:srgbClr val="0065BD"/>
                </a:solidFill>
                <a:latin typeface="Arial"/>
              </a:rPr>
              <a:t>Model C</a:t>
            </a:r>
            <a:endParaRPr sz="1250" b="1" i="0" dirty="0">
              <a:solidFill>
                <a:srgbClr val="0065BD"/>
              </a:solidFill>
              <a:latin typeface="Arial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A5A285B6-F9EF-F462-AFF3-3EE979773ACA}"/>
              </a:ext>
            </a:extLst>
          </p:cNvPr>
          <p:cNvSpPr txBox="1"/>
          <p:nvPr/>
        </p:nvSpPr>
        <p:spPr>
          <a:xfrm>
            <a:off x="6626105" y="2297174"/>
            <a:ext cx="17747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900" i="1" dirty="0">
                <a:solidFill>
                  <a:srgbClr val="6B7785"/>
                </a:solidFill>
                <a:latin typeface="Arial"/>
              </a:rPr>
              <a:t>3</a:t>
            </a:r>
            <a:r>
              <a:rPr lang="de-DE" sz="900" b="0" i="1" dirty="0">
                <a:solidFill>
                  <a:srgbClr val="6B7785"/>
                </a:solidFill>
                <a:latin typeface="Arial"/>
              </a:rPr>
              <a:t>R2C – + </a:t>
            </a:r>
            <a:r>
              <a:rPr lang="de-DE" sz="900" b="0" i="1" dirty="0" err="1">
                <a:solidFill>
                  <a:srgbClr val="6B7785"/>
                </a:solidFill>
                <a:latin typeface="Arial"/>
              </a:rPr>
              <a:t>Window</a:t>
            </a:r>
            <a:r>
              <a:rPr lang="de-DE" sz="900" b="0" i="1" dirty="0">
                <a:solidFill>
                  <a:srgbClr val="6B7785"/>
                </a:solidFill>
                <a:latin typeface="Arial"/>
              </a:rPr>
              <a:t> Path, Solar</a:t>
            </a:r>
            <a:endParaRPr sz="1050" b="0" i="1" dirty="0">
              <a:solidFill>
                <a:srgbClr val="6B7785"/>
              </a:solidFill>
              <a:latin typeface="Arial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007F814-084F-FBF2-7F8A-23F1C6269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354" y="2571749"/>
            <a:ext cx="3109792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83CE2772-8362-F505-B5E6-1B1385761F28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 dirty="0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4AC9382-511A-652F-FE09-97FFF70D2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884" y="2567655"/>
            <a:ext cx="2671147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5">
                <a:extLst>
                  <a:ext uri="{FF2B5EF4-FFF2-40B4-BE49-F238E27FC236}">
                    <a16:creationId xmlns:a16="http://schemas.microsoft.com/office/drawing/2014/main" id="{2F80B050-1DAC-BA84-537D-6138A6616EB0}"/>
                  </a:ext>
                </a:extLst>
              </p:cNvPr>
              <p:cNvSpPr txBox="1"/>
              <p:nvPr/>
            </p:nvSpPr>
            <p:spPr>
              <a:xfrm>
                <a:off x="298148" y="4099711"/>
                <a:ext cx="2052074" cy="508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acc>
                        <m:accPr>
                          <m:chr m:val="̇"/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de-DE" sz="900" b="0" i="1" smtClean="0">
                                      <a:solidFill>
                                        <a:srgbClr val="6B778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DE" sz="900" b="0" i="1" smtClean="0">
                                          <a:solidFill>
                                            <a:srgbClr val="6B778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900" b="0" i="1" smtClean="0">
                                          <a:solidFill>
                                            <a:srgbClr val="6B778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de-DE" sz="900" b="0" i="1" smtClean="0">
                                          <a:solidFill>
                                            <a:srgbClr val="6B778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de-DE" sz="900" b="0" i="1" smtClean="0">
                                      <a:solidFill>
                                        <a:srgbClr val="6B7785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sz="900" b="0" i="1" smtClean="0">
                                          <a:solidFill>
                                            <a:srgbClr val="6B778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900" b="0" i="1" smtClean="0">
                                          <a:solidFill>
                                            <a:srgbClr val="6B778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de-DE" sz="900" b="0" i="1" smtClean="0">
                                          <a:solidFill>
                                            <a:srgbClr val="6B778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sz="900" b="0" i="1" smtClean="0">
                                          <a:solidFill>
                                            <a:srgbClr val="6B778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900" b="0" i="1" smtClean="0">
                                          <a:solidFill>
                                            <a:srgbClr val="6B778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sz="900" b="0" i="1" smtClean="0">
                                          <a:solidFill>
                                            <a:srgbClr val="6B778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de-DE" sz="900" b="0" i="0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heat</m:t>
                          </m:r>
                          <m:r>
                            <m:rPr>
                              <m:nor/>
                            </m:rPr>
                            <a:rPr lang="de-DE" sz="900" b="0" i="0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de-DE" sz="900" b="0" i="0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lost</m:t>
                          </m:r>
                          <m:r>
                            <m:rPr>
                              <m:nor/>
                            </m:rPr>
                            <a:rPr lang="de-DE" sz="900" b="0" i="0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de-DE" sz="900" b="0" i="0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to</m:t>
                          </m:r>
                          <m:r>
                            <m:rPr>
                              <m:nor/>
                            </m:rPr>
                            <a:rPr lang="de-DE" sz="900" b="0" i="0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de-DE" sz="900" b="0" i="0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outside</m:t>
                          </m:r>
                        </m:lim>
                      </m:limLow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de-DE" sz="900" b="0" i="1" smtClean="0">
                                      <a:solidFill>
                                        <a:srgbClr val="6B778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DE" sz="900" b="0" i="0" smtClean="0">
                                      <a:solidFill>
                                        <a:srgbClr val="6B7785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de-DE" sz="900" b="0" i="1" smtClean="0">
                                      <a:solidFill>
                                        <a:srgbClr val="6B7785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de-DE" sz="900" b="0" i="0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heating</m:t>
                          </m:r>
                        </m:lim>
                      </m:limLow>
                    </m:oMath>
                  </m:oMathPara>
                </a14:m>
                <a:endParaRPr sz="1050" b="0" i="1" dirty="0">
                  <a:solidFill>
                    <a:srgbClr val="6B778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5" name="TextBox 5">
                <a:extLst>
                  <a:ext uri="{FF2B5EF4-FFF2-40B4-BE49-F238E27FC236}">
                    <a16:creationId xmlns:a16="http://schemas.microsoft.com/office/drawing/2014/main" id="{2F80B050-1DAC-BA84-537D-6138A6616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48" y="4099711"/>
                <a:ext cx="2052074" cy="508152"/>
              </a:xfrm>
              <a:prstGeom prst="rect">
                <a:avLst/>
              </a:prstGeom>
              <a:blipFill>
                <a:blip r:embed="rId5"/>
                <a:stretch>
                  <a:fillRect r="-80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5">
                <a:extLst>
                  <a:ext uri="{FF2B5EF4-FFF2-40B4-BE49-F238E27FC236}">
                    <a16:creationId xmlns:a16="http://schemas.microsoft.com/office/drawing/2014/main" id="{703ABF59-572F-D2EB-E397-5265C76B7611}"/>
                  </a:ext>
                </a:extLst>
              </p:cNvPr>
              <p:cNvSpPr txBox="1"/>
              <p:nvPr/>
            </p:nvSpPr>
            <p:spPr>
              <a:xfrm>
                <a:off x="5977597" y="4095041"/>
                <a:ext cx="2573986" cy="796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acc>
                        <m:accPr>
                          <m:chr m:val="̇"/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900" b="0" i="0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900" b="0" i="0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,   </m:t>
                      </m:r>
                    </m:oMath>
                  </m:oMathPara>
                </a14:m>
                <a:endParaRPr lang="de-DE" sz="900" b="0" i="1" dirty="0">
                  <a:solidFill>
                    <a:srgbClr val="6B7785"/>
                  </a:solidFill>
                  <a:latin typeface="Cambria Math" panose="02040503050406030204" pitchFamily="18" charset="0"/>
                </a:endParaRPr>
              </a:p>
              <a:p>
                <a:pPr algn="l"/>
                <a:endParaRPr lang="de-DE" sz="900" b="0" i="1" dirty="0">
                  <a:solidFill>
                    <a:srgbClr val="6B7785"/>
                  </a:solidFill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acc>
                        <m:accPr>
                          <m:chr m:val="̇"/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acc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1050" b="0" i="1" dirty="0">
                  <a:solidFill>
                    <a:srgbClr val="6B778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7" name="TextBox 5">
                <a:extLst>
                  <a:ext uri="{FF2B5EF4-FFF2-40B4-BE49-F238E27FC236}">
                    <a16:creationId xmlns:a16="http://schemas.microsoft.com/office/drawing/2014/main" id="{703ABF59-572F-D2EB-E397-5265C76B7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597" y="4095041"/>
                <a:ext cx="2573986" cy="7962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5">
                <a:extLst>
                  <a:ext uri="{FF2B5EF4-FFF2-40B4-BE49-F238E27FC236}">
                    <a16:creationId xmlns:a16="http://schemas.microsoft.com/office/drawing/2014/main" id="{0DC41160-4872-8575-0F19-1568066095B9}"/>
                  </a:ext>
                </a:extLst>
              </p:cNvPr>
              <p:cNvSpPr txBox="1"/>
              <p:nvPr/>
            </p:nvSpPr>
            <p:spPr>
              <a:xfrm>
                <a:off x="3042255" y="4095041"/>
                <a:ext cx="2573986" cy="65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acc>
                        <m:accPr>
                          <m:chr m:val="̇"/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DE" sz="900" b="0" i="0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,  </m:t>
                      </m:r>
                    </m:oMath>
                  </m:oMathPara>
                </a14:m>
                <a:endParaRPr lang="de-DE" sz="900" b="0" i="1" dirty="0">
                  <a:solidFill>
                    <a:srgbClr val="6B7785"/>
                  </a:solidFill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acc>
                        <m:accPr>
                          <m:chr m:val="̇"/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acc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de-DE" sz="900" b="0" i="1" smtClean="0">
                          <a:solidFill>
                            <a:srgbClr val="6B778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de-DE" sz="900" b="0" i="1" smtClean="0">
                              <a:solidFill>
                                <a:srgbClr val="6B778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900" b="0" i="1" smtClean="0">
                                  <a:solidFill>
                                    <a:srgbClr val="6B7785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1050" b="0" i="1" dirty="0">
                  <a:solidFill>
                    <a:srgbClr val="6B7785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8" name="TextBox 5">
                <a:extLst>
                  <a:ext uri="{FF2B5EF4-FFF2-40B4-BE49-F238E27FC236}">
                    <a16:creationId xmlns:a16="http://schemas.microsoft.com/office/drawing/2014/main" id="{0DC41160-4872-8575-0F19-156806609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255" y="4095041"/>
                <a:ext cx="2573986" cy="6577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2381D713-7C67-7B9A-6992-941312ECF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4" y="2564305"/>
            <a:ext cx="272931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38219E5-2B1E-85AA-0128-097DB32153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07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6C62E9B-EDAA-AD4B-1B8F-EF55D134D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1" y="1600200"/>
            <a:ext cx="4252910" cy="3095625"/>
          </a:xfrm>
        </p:spPr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rgbClr val="072140"/>
                </a:solidFill>
              </a:rPr>
              <a:t>Train on year 1 only, no shuffling; constrained least-squares keeps every parameter physical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>
                <a:solidFill>
                  <a:srgbClr val="072140"/>
                </a:solidFill>
              </a:rPr>
              <a:t>Prediction-error fit with multiple shooting (naive free-run diverges for a thermostat-controlled house; heating power is not an independent input)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noProof="0" dirty="0"/>
              <a:t>Fit is done by minimizing squared temperature prediction errors (least-squares optimisation on the indoor temperature residuals).</a:t>
            </a:r>
            <a:endParaRPr lang="en-GB" noProof="0" dirty="0">
              <a:solidFill>
                <a:srgbClr val="072140"/>
              </a:solidFill>
            </a:endParaRP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5C76464-2E1B-6BA0-1DD0-5C3305DCA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Fitting on year 1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FAA72C-BC46-7460-8D26-D34BD03D87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FD661A-2613-8A03-0125-C217AA2E0C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6109E81B-47C0-0A09-F08A-E93C5ADDE2C5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QUESTION 2 · R-C MODELS</a:t>
            </a:r>
          </a:p>
        </p:txBody>
      </p:sp>
      <p:sp>
        <p:nvSpPr>
          <p:cNvPr id="7" name="Rounded Rectangle 15">
            <a:extLst>
              <a:ext uri="{FF2B5EF4-FFF2-40B4-BE49-F238E27FC236}">
                <a16:creationId xmlns:a16="http://schemas.microsoft.com/office/drawing/2014/main" id="{7120BDC5-3903-2814-DE90-660BC0383241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28B9AE1-54B1-C810-E974-566D32323B0A}"/>
              </a:ext>
            </a:extLst>
          </p:cNvPr>
          <p:cNvSpPr txBox="1"/>
          <p:nvPr/>
        </p:nvSpPr>
        <p:spPr>
          <a:xfrm>
            <a:off x="320040" y="4261104"/>
            <a:ext cx="42519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0065BD"/>
                </a:solidFill>
                <a:latin typeface="Arial"/>
              </a:rPr>
              <a:t>More in the notebook: state-space matrices, per-parameter std-errors.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6E71C16-D168-2A8F-9DD3-C01307A1D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998" y="1523273"/>
            <a:ext cx="4009091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64701A0-3252-EB84-1A88-1898F5AE8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14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88E0079-470C-5200-32AE-BC8DDC0CC941}"/>
              </a:ext>
            </a:extLst>
          </p:cNvPr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A98C4C2C-98AA-9CDF-B63E-C71131F0E118}"/>
              </a:ext>
            </a:extLst>
          </p:cNvPr>
          <p:cNvSpPr txBox="1"/>
          <p:nvPr/>
        </p:nvSpPr>
        <p:spPr>
          <a:xfrm>
            <a:off x="4114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E3F5"/>
                </a:solidFill>
                <a:latin typeface="Arial"/>
              </a:rPr>
              <a:t>QUESTION 3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D4D12BA-4A1B-7D20-0855-865FC9C7844E}"/>
              </a:ext>
            </a:extLst>
          </p:cNvPr>
          <p:cNvSpPr txBox="1"/>
          <p:nvPr/>
        </p:nvSpPr>
        <p:spPr>
          <a:xfrm>
            <a:off x="411480" y="2212848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rial"/>
              </a:rPr>
              <a:t>Which model is best?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6F1FA"/>
                </a:solidFill>
                <a:latin typeface="Arial"/>
              </a:rPr>
              <a:t>...and why?</a:t>
            </a:r>
          </a:p>
        </p:txBody>
      </p:sp>
      <p:sp>
        <p:nvSpPr>
          <p:cNvPr id="8" name="Rounded Rectangle 20">
            <a:extLst>
              <a:ext uri="{FF2B5EF4-FFF2-40B4-BE49-F238E27FC236}">
                <a16:creationId xmlns:a16="http://schemas.microsoft.com/office/drawing/2014/main" id="{8F003186-3C9A-355B-C2AB-7A92802AB5E6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 dirty="0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853B151-CBD9-ADBB-BB36-4CC94412F8EA}"/>
              </a:ext>
            </a:extLst>
          </p:cNvPr>
          <p:cNvSpPr/>
          <p:nvPr/>
        </p:nvSpPr>
        <p:spPr>
          <a:xfrm>
            <a:off x="502920" y="1965960"/>
            <a:ext cx="868680" cy="54864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9F8DF06-2A67-53D9-6C27-E78A0B5A6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421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2C6499-5453-844C-D204-EA4C81A1A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72140"/>
                </a:solidFill>
              </a:rPr>
              <a:t>Windows (year 2): winter = days 1-10,  summer = days 200-209.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72140"/>
                </a:solidFill>
              </a:rPr>
              <a:t>Baseline = persistence.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72140"/>
                </a:solidFill>
              </a:rPr>
              <a:t>Metrics: RMSE, MAE, bias.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810D59B-D7D8-4A8A-A941-533AB498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How we test: two windows, two ways to predict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689095-0022-2E21-538A-8C2E37CB1B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290B14-9184-B86E-5F04-91D008DC74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TextBox 33">
            <a:extLst>
              <a:ext uri="{FF2B5EF4-FFF2-40B4-BE49-F238E27FC236}">
                <a16:creationId xmlns:a16="http://schemas.microsoft.com/office/drawing/2014/main" id="{F4A0ABA1-1364-AAE1-4333-7317650DA338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QUESTION 3 · EVALUATION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33609EBD-8AA6-AFDE-CBA1-69FF0C3D3E0C}"/>
              </a:ext>
            </a:extLst>
          </p:cNvPr>
          <p:cNvSpPr/>
          <p:nvPr/>
        </p:nvSpPr>
        <p:spPr>
          <a:xfrm>
            <a:off x="832104" y="2855212"/>
            <a:ext cx="164592" cy="164592"/>
          </a:xfrm>
          <a:prstGeom prst="ellipse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6">
            <a:extLst>
              <a:ext uri="{FF2B5EF4-FFF2-40B4-BE49-F238E27FC236}">
                <a16:creationId xmlns:a16="http://schemas.microsoft.com/office/drawing/2014/main" id="{8388F9E0-A7E4-7E43-5B81-AC051EDDF565}"/>
              </a:ext>
            </a:extLst>
          </p:cNvPr>
          <p:cNvCxnSpPr/>
          <p:nvPr/>
        </p:nvCxnSpPr>
        <p:spPr>
          <a:xfrm>
            <a:off x="1024128" y="2937508"/>
            <a:ext cx="969263" cy="0"/>
          </a:xfrm>
          <a:prstGeom prst="line">
            <a:avLst/>
          </a:prstGeom>
          <a:ln w="27940">
            <a:solidFill>
              <a:srgbClr val="0065B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7">
            <a:extLst>
              <a:ext uri="{FF2B5EF4-FFF2-40B4-BE49-F238E27FC236}">
                <a16:creationId xmlns:a16="http://schemas.microsoft.com/office/drawing/2014/main" id="{EF5413CB-C4EC-7F06-F3A7-BF270987BF41}"/>
              </a:ext>
            </a:extLst>
          </p:cNvPr>
          <p:cNvSpPr/>
          <p:nvPr/>
        </p:nvSpPr>
        <p:spPr>
          <a:xfrm>
            <a:off x="2020824" y="2855212"/>
            <a:ext cx="164592" cy="164592"/>
          </a:xfrm>
          <a:prstGeom prst="ellipse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8">
            <a:extLst>
              <a:ext uri="{FF2B5EF4-FFF2-40B4-BE49-F238E27FC236}">
                <a16:creationId xmlns:a16="http://schemas.microsoft.com/office/drawing/2014/main" id="{AF654DA7-CE56-FE1D-F494-B0B2AAC9DD8F}"/>
              </a:ext>
            </a:extLst>
          </p:cNvPr>
          <p:cNvCxnSpPr/>
          <p:nvPr/>
        </p:nvCxnSpPr>
        <p:spPr>
          <a:xfrm>
            <a:off x="2212848" y="2937508"/>
            <a:ext cx="969264" cy="0"/>
          </a:xfrm>
          <a:prstGeom prst="line">
            <a:avLst/>
          </a:prstGeom>
          <a:ln w="27940">
            <a:solidFill>
              <a:srgbClr val="0065B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9">
            <a:extLst>
              <a:ext uri="{FF2B5EF4-FFF2-40B4-BE49-F238E27FC236}">
                <a16:creationId xmlns:a16="http://schemas.microsoft.com/office/drawing/2014/main" id="{1BCE0AEE-BD58-4BC4-F264-67D390F4B361}"/>
              </a:ext>
            </a:extLst>
          </p:cNvPr>
          <p:cNvSpPr/>
          <p:nvPr/>
        </p:nvSpPr>
        <p:spPr>
          <a:xfrm>
            <a:off x="3209544" y="2855212"/>
            <a:ext cx="164592" cy="164592"/>
          </a:xfrm>
          <a:prstGeom prst="ellipse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0">
            <a:extLst>
              <a:ext uri="{FF2B5EF4-FFF2-40B4-BE49-F238E27FC236}">
                <a16:creationId xmlns:a16="http://schemas.microsoft.com/office/drawing/2014/main" id="{AF45315D-86A3-0978-9CDD-B8D7E334FAB6}"/>
              </a:ext>
            </a:extLst>
          </p:cNvPr>
          <p:cNvCxnSpPr/>
          <p:nvPr/>
        </p:nvCxnSpPr>
        <p:spPr>
          <a:xfrm>
            <a:off x="3401568" y="2937508"/>
            <a:ext cx="969264" cy="0"/>
          </a:xfrm>
          <a:prstGeom prst="line">
            <a:avLst/>
          </a:prstGeom>
          <a:ln w="27940">
            <a:solidFill>
              <a:srgbClr val="0065B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1">
            <a:extLst>
              <a:ext uri="{FF2B5EF4-FFF2-40B4-BE49-F238E27FC236}">
                <a16:creationId xmlns:a16="http://schemas.microsoft.com/office/drawing/2014/main" id="{6E98AA61-781F-8D98-44DB-A4A957F1B044}"/>
              </a:ext>
            </a:extLst>
          </p:cNvPr>
          <p:cNvSpPr/>
          <p:nvPr/>
        </p:nvSpPr>
        <p:spPr>
          <a:xfrm>
            <a:off x="4398264" y="2855212"/>
            <a:ext cx="164592" cy="164592"/>
          </a:xfrm>
          <a:prstGeom prst="ellipse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2">
            <a:extLst>
              <a:ext uri="{FF2B5EF4-FFF2-40B4-BE49-F238E27FC236}">
                <a16:creationId xmlns:a16="http://schemas.microsoft.com/office/drawing/2014/main" id="{68A9F453-3F8D-3900-69B3-795B8A88400C}"/>
              </a:ext>
            </a:extLst>
          </p:cNvPr>
          <p:cNvCxnSpPr/>
          <p:nvPr/>
        </p:nvCxnSpPr>
        <p:spPr>
          <a:xfrm>
            <a:off x="4590288" y="2937508"/>
            <a:ext cx="969264" cy="0"/>
          </a:xfrm>
          <a:prstGeom prst="line">
            <a:avLst/>
          </a:prstGeom>
          <a:ln w="27940">
            <a:solidFill>
              <a:srgbClr val="0065B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3">
            <a:extLst>
              <a:ext uri="{FF2B5EF4-FFF2-40B4-BE49-F238E27FC236}">
                <a16:creationId xmlns:a16="http://schemas.microsoft.com/office/drawing/2014/main" id="{F6929E85-CDAF-FD08-7573-A7D8EDE03A40}"/>
              </a:ext>
            </a:extLst>
          </p:cNvPr>
          <p:cNvSpPr/>
          <p:nvPr/>
        </p:nvSpPr>
        <p:spPr>
          <a:xfrm>
            <a:off x="5586984" y="2855212"/>
            <a:ext cx="164592" cy="164592"/>
          </a:xfrm>
          <a:prstGeom prst="ellipse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4">
            <a:extLst>
              <a:ext uri="{FF2B5EF4-FFF2-40B4-BE49-F238E27FC236}">
                <a16:creationId xmlns:a16="http://schemas.microsoft.com/office/drawing/2014/main" id="{F7411F4C-5427-CF20-24C9-D65AEDEB4EBB}"/>
              </a:ext>
            </a:extLst>
          </p:cNvPr>
          <p:cNvCxnSpPr/>
          <p:nvPr/>
        </p:nvCxnSpPr>
        <p:spPr>
          <a:xfrm>
            <a:off x="5779008" y="2937508"/>
            <a:ext cx="969264" cy="0"/>
          </a:xfrm>
          <a:prstGeom prst="line">
            <a:avLst/>
          </a:prstGeom>
          <a:ln w="27940">
            <a:solidFill>
              <a:srgbClr val="0065B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5">
            <a:extLst>
              <a:ext uri="{FF2B5EF4-FFF2-40B4-BE49-F238E27FC236}">
                <a16:creationId xmlns:a16="http://schemas.microsoft.com/office/drawing/2014/main" id="{C80EE5D3-6F2E-D1B0-00EC-B0B5606E32CD}"/>
              </a:ext>
            </a:extLst>
          </p:cNvPr>
          <p:cNvSpPr/>
          <p:nvPr/>
        </p:nvSpPr>
        <p:spPr>
          <a:xfrm>
            <a:off x="6775704" y="2855212"/>
            <a:ext cx="164592" cy="164592"/>
          </a:xfrm>
          <a:prstGeom prst="ellipse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CD548876-9A78-1748-31BD-0EA591F16474}"/>
              </a:ext>
            </a:extLst>
          </p:cNvPr>
          <p:cNvSpPr txBox="1"/>
          <p:nvPr/>
        </p:nvSpPr>
        <p:spPr>
          <a:xfrm>
            <a:off x="365760" y="31295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785"/>
                </a:solidFill>
                <a:latin typeface="Arial"/>
              </a:rPr>
              <a:t>each step starts from a fresh measurement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CF9AE352-11DD-8C35-C627-ADD1F15073F9}"/>
              </a:ext>
            </a:extLst>
          </p:cNvPr>
          <p:cNvSpPr txBox="1"/>
          <p:nvPr/>
        </p:nvSpPr>
        <p:spPr>
          <a:xfrm>
            <a:off x="365760" y="34524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37222"/>
                </a:solidFill>
                <a:latin typeface="Arial"/>
              </a:rPr>
              <a:t>Multi-step open-loop:  start once, then run on the model's own predictions  -  the honest, harder test</a:t>
            </a:r>
          </a:p>
        </p:txBody>
      </p:sp>
      <p:sp>
        <p:nvSpPr>
          <p:cNvPr id="20" name="Oval 18">
            <a:extLst>
              <a:ext uri="{FF2B5EF4-FFF2-40B4-BE49-F238E27FC236}">
                <a16:creationId xmlns:a16="http://schemas.microsoft.com/office/drawing/2014/main" id="{55D0AEDF-E9EC-6A64-F0B5-D8FE70B84CA7}"/>
              </a:ext>
            </a:extLst>
          </p:cNvPr>
          <p:cNvSpPr/>
          <p:nvPr/>
        </p:nvSpPr>
        <p:spPr>
          <a:xfrm>
            <a:off x="832104" y="3967871"/>
            <a:ext cx="164592" cy="164592"/>
          </a:xfrm>
          <a:prstGeom prst="ellipse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19">
            <a:extLst>
              <a:ext uri="{FF2B5EF4-FFF2-40B4-BE49-F238E27FC236}">
                <a16:creationId xmlns:a16="http://schemas.microsoft.com/office/drawing/2014/main" id="{E2CDF4A6-9A42-280A-6A16-4798B760AF95}"/>
              </a:ext>
            </a:extLst>
          </p:cNvPr>
          <p:cNvCxnSpPr>
            <a:cxnSpLocks/>
          </p:cNvCxnSpPr>
          <p:nvPr/>
        </p:nvCxnSpPr>
        <p:spPr>
          <a:xfrm>
            <a:off x="1024128" y="4050167"/>
            <a:ext cx="969263" cy="64008"/>
          </a:xfrm>
          <a:prstGeom prst="line">
            <a:avLst/>
          </a:prstGeom>
          <a:ln w="27940">
            <a:solidFill>
              <a:srgbClr val="E37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0">
            <a:extLst>
              <a:ext uri="{FF2B5EF4-FFF2-40B4-BE49-F238E27FC236}">
                <a16:creationId xmlns:a16="http://schemas.microsoft.com/office/drawing/2014/main" id="{37811ADC-C8A4-41B0-FF33-799791DAC265}"/>
              </a:ext>
            </a:extLst>
          </p:cNvPr>
          <p:cNvSpPr/>
          <p:nvPr/>
        </p:nvSpPr>
        <p:spPr>
          <a:xfrm>
            <a:off x="2020824" y="4031879"/>
            <a:ext cx="164592" cy="164592"/>
          </a:xfrm>
          <a:prstGeom prst="ellipse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1">
            <a:extLst>
              <a:ext uri="{FF2B5EF4-FFF2-40B4-BE49-F238E27FC236}">
                <a16:creationId xmlns:a16="http://schemas.microsoft.com/office/drawing/2014/main" id="{1240DE35-B0BD-0D2F-4E0D-6B189AB6B0AA}"/>
              </a:ext>
            </a:extLst>
          </p:cNvPr>
          <p:cNvCxnSpPr>
            <a:cxnSpLocks/>
          </p:cNvCxnSpPr>
          <p:nvPr/>
        </p:nvCxnSpPr>
        <p:spPr>
          <a:xfrm>
            <a:off x="2212848" y="4114175"/>
            <a:ext cx="969264" cy="45720"/>
          </a:xfrm>
          <a:prstGeom prst="line">
            <a:avLst/>
          </a:prstGeom>
          <a:ln w="27940">
            <a:solidFill>
              <a:srgbClr val="E37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2">
            <a:extLst>
              <a:ext uri="{FF2B5EF4-FFF2-40B4-BE49-F238E27FC236}">
                <a16:creationId xmlns:a16="http://schemas.microsoft.com/office/drawing/2014/main" id="{BD86E9CB-6DFA-C6E8-B480-BFFADABC297E}"/>
              </a:ext>
            </a:extLst>
          </p:cNvPr>
          <p:cNvSpPr/>
          <p:nvPr/>
        </p:nvSpPr>
        <p:spPr>
          <a:xfrm>
            <a:off x="3209544" y="4077599"/>
            <a:ext cx="164592" cy="164592"/>
          </a:xfrm>
          <a:prstGeom prst="ellipse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3">
            <a:extLst>
              <a:ext uri="{FF2B5EF4-FFF2-40B4-BE49-F238E27FC236}">
                <a16:creationId xmlns:a16="http://schemas.microsoft.com/office/drawing/2014/main" id="{22CBF1C2-EBD4-29C1-55C5-7CEECE893288}"/>
              </a:ext>
            </a:extLst>
          </p:cNvPr>
          <p:cNvCxnSpPr>
            <a:cxnSpLocks/>
          </p:cNvCxnSpPr>
          <p:nvPr/>
        </p:nvCxnSpPr>
        <p:spPr>
          <a:xfrm>
            <a:off x="3401568" y="4159895"/>
            <a:ext cx="969264" cy="54864"/>
          </a:xfrm>
          <a:prstGeom prst="line">
            <a:avLst/>
          </a:prstGeom>
          <a:ln w="27940">
            <a:solidFill>
              <a:srgbClr val="E37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4">
            <a:extLst>
              <a:ext uri="{FF2B5EF4-FFF2-40B4-BE49-F238E27FC236}">
                <a16:creationId xmlns:a16="http://schemas.microsoft.com/office/drawing/2014/main" id="{9FC6010C-482B-FB8E-EA05-8F05A4461E51}"/>
              </a:ext>
            </a:extLst>
          </p:cNvPr>
          <p:cNvSpPr/>
          <p:nvPr/>
        </p:nvSpPr>
        <p:spPr>
          <a:xfrm>
            <a:off x="4398264" y="4132463"/>
            <a:ext cx="164592" cy="164592"/>
          </a:xfrm>
          <a:prstGeom prst="ellipse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5">
            <a:extLst>
              <a:ext uri="{FF2B5EF4-FFF2-40B4-BE49-F238E27FC236}">
                <a16:creationId xmlns:a16="http://schemas.microsoft.com/office/drawing/2014/main" id="{D2EA3235-7CCC-07BD-5F5F-C5C7B27EFCED}"/>
              </a:ext>
            </a:extLst>
          </p:cNvPr>
          <p:cNvCxnSpPr>
            <a:cxnSpLocks/>
          </p:cNvCxnSpPr>
          <p:nvPr/>
        </p:nvCxnSpPr>
        <p:spPr>
          <a:xfrm>
            <a:off x="4590288" y="4214759"/>
            <a:ext cx="969264" cy="73152"/>
          </a:xfrm>
          <a:prstGeom prst="line">
            <a:avLst/>
          </a:prstGeom>
          <a:ln w="27940">
            <a:solidFill>
              <a:srgbClr val="E37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6">
            <a:extLst>
              <a:ext uri="{FF2B5EF4-FFF2-40B4-BE49-F238E27FC236}">
                <a16:creationId xmlns:a16="http://schemas.microsoft.com/office/drawing/2014/main" id="{AD1CA603-4064-C649-6A3E-4EEABD40942B}"/>
              </a:ext>
            </a:extLst>
          </p:cNvPr>
          <p:cNvSpPr/>
          <p:nvPr/>
        </p:nvSpPr>
        <p:spPr>
          <a:xfrm>
            <a:off x="5586984" y="4205615"/>
            <a:ext cx="164592" cy="164592"/>
          </a:xfrm>
          <a:prstGeom prst="ellipse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7">
            <a:extLst>
              <a:ext uri="{FF2B5EF4-FFF2-40B4-BE49-F238E27FC236}">
                <a16:creationId xmlns:a16="http://schemas.microsoft.com/office/drawing/2014/main" id="{F86C369D-7871-37DA-FB7B-9FF474F1FC1F}"/>
              </a:ext>
            </a:extLst>
          </p:cNvPr>
          <p:cNvCxnSpPr>
            <a:cxnSpLocks/>
          </p:cNvCxnSpPr>
          <p:nvPr/>
        </p:nvCxnSpPr>
        <p:spPr>
          <a:xfrm>
            <a:off x="5779008" y="4287911"/>
            <a:ext cx="969264" cy="91440"/>
          </a:xfrm>
          <a:prstGeom prst="line">
            <a:avLst/>
          </a:prstGeom>
          <a:ln w="27940">
            <a:solidFill>
              <a:srgbClr val="E37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8">
            <a:extLst>
              <a:ext uri="{FF2B5EF4-FFF2-40B4-BE49-F238E27FC236}">
                <a16:creationId xmlns:a16="http://schemas.microsoft.com/office/drawing/2014/main" id="{7A7DD297-6AB1-7916-25D0-77EA09B15C82}"/>
              </a:ext>
            </a:extLst>
          </p:cNvPr>
          <p:cNvSpPr/>
          <p:nvPr/>
        </p:nvSpPr>
        <p:spPr>
          <a:xfrm>
            <a:off x="6775704" y="4297055"/>
            <a:ext cx="164592" cy="164592"/>
          </a:xfrm>
          <a:prstGeom prst="ellipse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EFEE645E-FC6C-9FCF-1077-93E01EBA808F}"/>
              </a:ext>
            </a:extLst>
          </p:cNvPr>
          <p:cNvSpPr txBox="1"/>
          <p:nvPr/>
        </p:nvSpPr>
        <p:spPr>
          <a:xfrm>
            <a:off x="365760" y="4434215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785"/>
                </a:solidFill>
                <a:latin typeface="Arial"/>
              </a:rPr>
              <a:t>errors can build up the further ahead we predict</a:t>
            </a: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21211103-7ACB-5D42-9712-F7366546BE50}"/>
              </a:ext>
            </a:extLst>
          </p:cNvPr>
          <p:cNvSpPr txBox="1"/>
          <p:nvPr/>
        </p:nvSpPr>
        <p:spPr>
          <a:xfrm>
            <a:off x="319090" y="2452876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 dirty="0">
                <a:solidFill>
                  <a:srgbClr val="0065BD"/>
                </a:solidFill>
                <a:latin typeface="Arial"/>
              </a:rPr>
              <a:t>One-step (15 min):  reset to the real measurement every step  -  easy</a:t>
            </a:r>
          </a:p>
        </p:txBody>
      </p:sp>
      <p:sp>
        <p:nvSpPr>
          <p:cNvPr id="33" name="Rounded Rectangle 20">
            <a:extLst>
              <a:ext uri="{FF2B5EF4-FFF2-40B4-BE49-F238E27FC236}">
                <a16:creationId xmlns:a16="http://schemas.microsoft.com/office/drawing/2014/main" id="{07CDB8BE-269A-112E-0850-61E4D0B8382A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 dirty="0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F57A22EB-E8D7-CA33-F441-F7484D690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52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F927501-2AF2-5991-3419-A4F847898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>
              <a:spcAft>
                <a:spcPts val="600"/>
              </a:spcAft>
              <a:buFont typeface="Arial"/>
              <a:buChar char="•"/>
            </a:pPr>
            <a:r>
              <a:rPr lang="en-US" dirty="0">
                <a:solidFill>
                  <a:srgbClr val="072140"/>
                </a:solidFill>
              </a:rPr>
              <a:t>Short horizons tie, even persistence, because the building barely moves in 15 min (high inertia)</a:t>
            </a:r>
          </a:p>
          <a:p>
            <a:pPr marL="274320" indent="-274320">
              <a:spcAft>
                <a:spcPts val="600"/>
              </a:spcAft>
              <a:buFont typeface="Arial"/>
              <a:buChar char="•"/>
            </a:pPr>
            <a:r>
              <a:rPr lang="en-US" dirty="0">
                <a:solidFill>
                  <a:srgbClr val="072140"/>
                </a:solidFill>
              </a:rPr>
              <a:t>Persistence dips at 24/48/72 h is a daily-cycle artefact; beyond a few hours Model C is lowest and flat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72C1095-6C7C-AB95-DC11-4147CB5B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Error vs. forecast horizon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4788FB-E16E-CE05-4023-1405E19F2E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20F8A4-ECD3-0C8B-321A-FFA3D018526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DEC4E1E2-2160-8C47-4B68-E5384B78A848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QUESTION 3 · EVALUATION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1484803E-6F32-6603-33AA-C672173089A3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286F238-5C9E-57D8-DFF6-0AB34EAA0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500" y="2232785"/>
            <a:ext cx="5625000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A23E1B2-0F76-FA2A-0421-5BABCB96F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90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7B79C02-BDBA-5F79-F251-100621278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>
              <a:spcAft>
                <a:spcPts val="600"/>
              </a:spcAft>
              <a:buFont typeface="Arial"/>
              <a:buChar char="•"/>
            </a:pPr>
            <a:r>
              <a:rPr lang="en-US" dirty="0">
                <a:solidFill>
                  <a:srgbClr val="072140"/>
                </a:solidFill>
              </a:rPr>
              <a:t>Started once, run 10 days: A/B drift (too warm in winter, too cool in summer); C stays close in both</a:t>
            </a:r>
          </a:p>
          <a:p>
            <a:pPr marL="274320" indent="-274320">
              <a:spcAft>
                <a:spcPts val="600"/>
              </a:spcAft>
              <a:buFont typeface="Arial"/>
              <a:buChar char="•"/>
            </a:pPr>
            <a:r>
              <a:rPr lang="en-US" dirty="0">
                <a:solidFill>
                  <a:srgbClr val="072140"/>
                </a:solidFill>
              </a:rPr>
              <a:t>10-day RMSE  -  winter: C ~2.5 K vs A 8.6 / B 5.9;   summer: C ~0.95 K vs A/B ~3.2 K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0ED37CA-6013-EA12-05B1-BA19CFC9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Ten-day free-run: A and B drift, C tracks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AFE048-99D6-73DE-77A4-26565745CF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47FFA2-1060-A5B1-F19B-0D4F194D9E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55CE1318-0000-553A-B8B1-B49064AB4FDA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QUESTION 3 · EVALUATION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8165874-B547-1BA0-A47F-29494048F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637" y="2255405"/>
            <a:ext cx="6686726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3597053A-407F-0D49-FC11-5639DED58FA9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A1A4460-E5D3-1F2E-651B-91E8AE2B5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78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E237EF6-9A03-4B73-27CF-CFB68A549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1" y="1600200"/>
            <a:ext cx="4252910" cy="3095625"/>
          </a:xfrm>
        </p:spPr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72140"/>
                </a:solidFill>
              </a:rPr>
              <a:t>Models A and B have no solar term, so they drift in summer; only C captures solar gain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65BD"/>
                </a:solidFill>
              </a:rPr>
              <a:t>Result: C has the lowest multi-step error in BOTH winter and summer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EF6C9BE-1BA9-017A-F5D6-E60D326CC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Why C wins: robust &amp; lowest error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892EF4-4524-DC1A-35BD-C96FDEAFB2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892C09-606C-D407-82CE-9A54713AB8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B8ED0489-D1F4-0842-A375-D91283A720C4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QUESTION 3 · EVALUATION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84A47-2C05-6D4E-DAE2-80DEC1F38B0E}"/>
              </a:ext>
            </a:extLst>
          </p:cNvPr>
          <p:cNvSpPr txBox="1"/>
          <p:nvPr/>
        </p:nvSpPr>
        <p:spPr>
          <a:xfrm>
            <a:off x="4709160" y="14996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72140"/>
                </a:solidFill>
                <a:latin typeface="Arial"/>
              </a:rPr>
              <a:t>10-day free-run RMSE  [K]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B3C8A2A-31C3-99F2-175D-CC3786A92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851414"/>
              </p:ext>
            </p:extLst>
          </p:nvPr>
        </p:nvGraphicFramePr>
        <p:xfrm>
          <a:off x="4709160" y="1810512"/>
          <a:ext cx="3291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95F1E83-C99C-2DF4-D947-FFA7CC4BBFBC}"/>
              </a:ext>
            </a:extLst>
          </p:cNvPr>
          <p:cNvSpPr txBox="1"/>
          <p:nvPr/>
        </p:nvSpPr>
        <p:spPr>
          <a:xfrm>
            <a:off x="4709160" y="4498848"/>
            <a:ext cx="3291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6B7785"/>
                </a:solidFill>
                <a:latin typeface="Arial"/>
              </a:rPr>
              <a:t>C is lowest in both seasons.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F1FAA5B8-4F2C-D64E-39B6-80B8F4A6A5AB}"/>
              </a:ext>
            </a:extLst>
          </p:cNvPr>
          <p:cNvSpPr/>
          <p:nvPr/>
        </p:nvSpPr>
        <p:spPr>
          <a:xfrm>
            <a:off x="365760" y="3017520"/>
            <a:ext cx="4160520" cy="914400"/>
          </a:xfrm>
          <a:prstGeom prst="roundRect">
            <a:avLst/>
          </a:prstGeom>
          <a:solidFill>
            <a:srgbClr val="FCEFE3"/>
          </a:solidFill>
          <a:ln w="15875">
            <a:solidFill>
              <a:srgbClr val="E37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/>
          <a:lstStyle/>
          <a:p>
            <a:pPr algn="ctr"/>
            <a:r>
              <a:rPr lang="de-DE" sz="1300" dirty="0">
                <a:solidFill>
                  <a:srgbClr val="072140"/>
                </a:solidFill>
                <a:latin typeface="Arial"/>
              </a:rPr>
              <a:t>N</a:t>
            </a:r>
            <a:r>
              <a:rPr sz="1300" dirty="0">
                <a:solidFill>
                  <a:srgbClr val="072140"/>
                </a:solidFill>
                <a:latin typeface="Arial"/>
              </a:rPr>
              <a:t>o single winner. &lt;=1 h all tie (use A); for control horizons C is best &amp; uniquely robust.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BC30342E-A35F-5849-6C5E-C69A3CAE2A63}"/>
              </a:ext>
            </a:extLst>
          </p:cNvPr>
          <p:cNvSpPr txBox="1"/>
          <p:nvPr/>
        </p:nvSpPr>
        <p:spPr>
          <a:xfrm>
            <a:off x="311162" y="4261104"/>
            <a:ext cx="4160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0065BD"/>
                </a:solidFill>
                <a:latin typeface="Arial"/>
              </a:rPr>
              <a:t>More in the notebook: residual-vs-solar diagnostic, per-horizon error tables, MAE &amp; bias by season.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5097ACFE-4BED-E8F3-A143-BDDFF56D3FAE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8A5A1B77-5BA8-7814-0797-A0685EFB5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33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E0FC5F-DC5B-F26B-3BC2-78C6635EA5B8}"/>
              </a:ext>
            </a:extLst>
          </p:cNvPr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8F180F5-FBF0-010B-594D-6C1DBE8512B0}"/>
              </a:ext>
            </a:extLst>
          </p:cNvPr>
          <p:cNvSpPr txBox="1"/>
          <p:nvPr/>
        </p:nvSpPr>
        <p:spPr>
          <a:xfrm>
            <a:off x="4114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FE3F5"/>
                </a:solidFill>
                <a:latin typeface="Arial"/>
              </a:rPr>
              <a:t>WRAPPING UP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C002372C-EF95-5225-FC19-E612BDDD4681}"/>
              </a:ext>
            </a:extLst>
          </p:cNvPr>
          <p:cNvSpPr txBox="1"/>
          <p:nvPr/>
        </p:nvSpPr>
        <p:spPr>
          <a:xfrm>
            <a:off x="411480" y="2212848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FFFFFF"/>
                </a:solidFill>
                <a:latin typeface="Arial"/>
              </a:rPr>
              <a:t>Conclusion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E6F1FA"/>
                </a:solidFill>
                <a:latin typeface="Arial"/>
              </a:rPr>
              <a:t>From model to control</a:t>
            </a:r>
          </a:p>
        </p:txBody>
      </p:sp>
      <p:sp>
        <p:nvSpPr>
          <p:cNvPr id="8" name="Rounded Rectangle 20">
            <a:extLst>
              <a:ext uri="{FF2B5EF4-FFF2-40B4-BE49-F238E27FC236}">
                <a16:creationId xmlns:a16="http://schemas.microsoft.com/office/drawing/2014/main" id="{5174D9B3-F741-020B-C4CA-9AFAD8061B96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 dirty="0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EF7EE61-2B21-544C-5B40-EC0CDD2B44FA}"/>
              </a:ext>
            </a:extLst>
          </p:cNvPr>
          <p:cNvSpPr/>
          <p:nvPr/>
        </p:nvSpPr>
        <p:spPr>
          <a:xfrm>
            <a:off x="502920" y="1965960"/>
            <a:ext cx="868680" cy="54864"/>
          </a:xfrm>
          <a:prstGeom prst="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34864F4-36CB-DF9F-EC88-4CEBCFB12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27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612795A-8096-99C2-51DB-66CF925D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The best model depends on the use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02F5E7-F94B-CDC5-70C4-2A95FDDA67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20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2C96A7-C02F-6420-96AE-9C80045856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39C7DE1F-4CEA-43B8-4F25-7BFBB80592EF}"/>
              </a:ext>
            </a:extLst>
          </p:cNvPr>
          <p:cNvSpPr/>
          <p:nvPr/>
        </p:nvSpPr>
        <p:spPr>
          <a:xfrm>
            <a:off x="1965960" y="2067117"/>
            <a:ext cx="2606040" cy="2103120"/>
          </a:xfrm>
          <a:prstGeom prst="roundRect">
            <a:avLst/>
          </a:prstGeom>
          <a:solidFill>
            <a:srgbClr val="F3F7FB"/>
          </a:solidFill>
          <a:ln w="19050">
            <a:solidFill>
              <a:srgbClr val="006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375E4DE1-DA36-6173-BB08-60900308F44B}"/>
              </a:ext>
            </a:extLst>
          </p:cNvPr>
          <p:cNvSpPr/>
          <p:nvPr/>
        </p:nvSpPr>
        <p:spPr>
          <a:xfrm>
            <a:off x="2958084" y="2231709"/>
            <a:ext cx="621792" cy="621792"/>
          </a:xfrm>
          <a:prstGeom prst="ellipse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F0DCB5C7-39F7-3E03-BCF7-211025866406}"/>
              </a:ext>
            </a:extLst>
          </p:cNvPr>
          <p:cNvSpPr txBox="1"/>
          <p:nvPr/>
        </p:nvSpPr>
        <p:spPr>
          <a:xfrm>
            <a:off x="2075688" y="2935797"/>
            <a:ext cx="2386584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dirty="0">
                <a:solidFill>
                  <a:srgbClr val="072140"/>
                </a:solidFill>
                <a:latin typeface="Arial"/>
              </a:rPr>
              <a:t>Short horizon (&lt;= 1 h)</a:t>
            </a:r>
          </a:p>
          <a:p>
            <a:pPr algn="ctr">
              <a:spcBef>
                <a:spcPts val="300"/>
              </a:spcBef>
            </a:pPr>
            <a:r>
              <a:rPr sz="1150" dirty="0">
                <a:solidFill>
                  <a:srgbClr val="333A42"/>
                </a:solidFill>
                <a:latin typeface="Arial"/>
              </a:rPr>
              <a:t>All models tie with persistence </a:t>
            </a:r>
            <a:r>
              <a:rPr lang="de-DE" sz="1150" dirty="0">
                <a:solidFill>
                  <a:srgbClr val="333A42"/>
                </a:solidFill>
                <a:latin typeface="Arial"/>
              </a:rPr>
              <a:t>→</a:t>
            </a:r>
            <a:r>
              <a:rPr sz="1150" dirty="0">
                <a:solidFill>
                  <a:srgbClr val="333A42"/>
                </a:solidFill>
                <a:latin typeface="Arial"/>
              </a:rPr>
              <a:t> pick the simplest. Complexity buys nothing.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4E07FF86-467D-66CD-02D4-EDC0CD032637}"/>
              </a:ext>
            </a:extLst>
          </p:cNvPr>
          <p:cNvSpPr/>
          <p:nvPr/>
        </p:nvSpPr>
        <p:spPr>
          <a:xfrm>
            <a:off x="4754880" y="2067117"/>
            <a:ext cx="2606040" cy="2103120"/>
          </a:xfrm>
          <a:prstGeom prst="roundRect">
            <a:avLst/>
          </a:prstGeom>
          <a:solidFill>
            <a:srgbClr val="F3F7FB"/>
          </a:solidFill>
          <a:ln w="19050">
            <a:solidFill>
              <a:srgbClr val="E37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C8E2A251-59D6-3547-8BA9-F6336242150B}"/>
              </a:ext>
            </a:extLst>
          </p:cNvPr>
          <p:cNvSpPr/>
          <p:nvPr/>
        </p:nvSpPr>
        <p:spPr>
          <a:xfrm>
            <a:off x="5747004" y="2231709"/>
            <a:ext cx="621792" cy="621792"/>
          </a:xfrm>
          <a:prstGeom prst="ellipse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2DCA5FBB-68B6-6C1F-87CE-9FE8EC97388A}"/>
              </a:ext>
            </a:extLst>
          </p:cNvPr>
          <p:cNvSpPr txBox="1"/>
          <p:nvPr/>
        </p:nvSpPr>
        <p:spPr>
          <a:xfrm>
            <a:off x="4864608" y="2935797"/>
            <a:ext cx="2386584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072140"/>
                </a:solidFill>
                <a:latin typeface="Arial"/>
              </a:rPr>
              <a:t>Control horizon (6-24 h+)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333A42"/>
                </a:solidFill>
                <a:latin typeface="Arial"/>
              </a:rPr>
              <a:t>Best, and the only one robust across both seasons (it has the solar term).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614DFB92-7C99-AEA7-78DE-983EDAAAA762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>
                <a:solidFill>
                  <a:srgbClr val="0065BD"/>
                </a:solidFill>
                <a:latin typeface="Arial"/>
              </a:rPr>
              <a:t>CONCLUSION</a:t>
            </a: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58F083A2-11F9-9132-CF24-881E2437431B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0C4C9B3-982B-0BAC-4AE8-9388775A6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93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13BCCE0-3E68-B44F-F368-46EFC0F4D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en-US" sz="2800" b="1" dirty="0">
                <a:solidFill>
                  <a:srgbClr val="005293"/>
                </a:solidFill>
              </a:rPr>
              <a:t>From model to control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F4CD97-04ED-181A-7A9E-0397264E2E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21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0B4969-CE0E-894A-C0D5-B302EBFB29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A4CFA1E8-4A82-8EC0-E21A-CD324B061314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CONCLUSION · OUTLOOK</a:t>
            </a: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566D7155-3BD6-E678-B5A8-6C50766D66EE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08C72FBC-B268-D95D-16D9-00666577534E}"/>
              </a:ext>
            </a:extLst>
          </p:cNvPr>
          <p:cNvSpPr/>
          <p:nvPr/>
        </p:nvSpPr>
        <p:spPr>
          <a:xfrm>
            <a:off x="502920" y="1874519"/>
            <a:ext cx="2240280" cy="777240"/>
          </a:xfrm>
          <a:prstGeom prst="roundRect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Weather forecast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293E31A8-DE07-33A0-4D43-3F2B6D950901}"/>
              </a:ext>
            </a:extLst>
          </p:cNvPr>
          <p:cNvSpPr/>
          <p:nvPr/>
        </p:nvSpPr>
        <p:spPr>
          <a:xfrm>
            <a:off x="502920" y="3246120"/>
            <a:ext cx="2240280" cy="777240"/>
          </a:xfrm>
          <a:prstGeom prst="roundRect">
            <a:avLst/>
          </a:prstGeom>
          <a:solidFill>
            <a:srgbClr val="07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R-C model
(the predictor)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3F1F86D1-0E9A-5B95-CC50-DFC7C26E7156}"/>
              </a:ext>
            </a:extLst>
          </p:cNvPr>
          <p:cNvSpPr/>
          <p:nvPr/>
        </p:nvSpPr>
        <p:spPr>
          <a:xfrm>
            <a:off x="3611880" y="2468880"/>
            <a:ext cx="2331720" cy="960120"/>
          </a:xfrm>
          <a:prstGeom prst="roundRect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MPC optimiser
plan next hours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2E21B66B-3936-CE85-6804-6DC2DF36C5D6}"/>
              </a:ext>
            </a:extLst>
          </p:cNvPr>
          <p:cNvSpPr/>
          <p:nvPr/>
        </p:nvSpPr>
        <p:spPr>
          <a:xfrm>
            <a:off x="6675120" y="2468880"/>
            <a:ext cx="2011680" cy="960120"/>
          </a:xfrm>
          <a:prstGeom prst="roundRect">
            <a:avLst/>
          </a:prstGeom>
          <a:solidFill>
            <a:srgbClr val="64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"/>
              </a:rPr>
              <a:t>Heating schedule
</a:t>
            </a:r>
            <a:r>
              <a:rPr lang="de-DE" sz="1300" b="1" dirty="0">
                <a:solidFill>
                  <a:srgbClr val="FFFFFF"/>
                </a:solidFill>
                <a:latin typeface="Arial"/>
              </a:rPr>
              <a:t>→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 building</a:t>
            </a:r>
          </a:p>
        </p:txBody>
      </p:sp>
      <p:cxnSp>
        <p:nvCxnSpPr>
          <p:cNvPr id="12" name="Connector 7">
            <a:extLst>
              <a:ext uri="{FF2B5EF4-FFF2-40B4-BE49-F238E27FC236}">
                <a16:creationId xmlns:a16="http://schemas.microsoft.com/office/drawing/2014/main" id="{387FB3AA-69AB-C817-D757-CC13E16AE747}"/>
              </a:ext>
            </a:extLst>
          </p:cNvPr>
          <p:cNvCxnSpPr/>
          <p:nvPr/>
        </p:nvCxnSpPr>
        <p:spPr>
          <a:xfrm>
            <a:off x="2743200" y="2267712"/>
            <a:ext cx="868680" cy="475488"/>
          </a:xfrm>
          <a:prstGeom prst="line">
            <a:avLst/>
          </a:prstGeom>
          <a:ln w="27940">
            <a:solidFill>
              <a:srgbClr val="0721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8">
            <a:extLst>
              <a:ext uri="{FF2B5EF4-FFF2-40B4-BE49-F238E27FC236}">
                <a16:creationId xmlns:a16="http://schemas.microsoft.com/office/drawing/2014/main" id="{180A8F2C-CC58-03E4-74D0-7EDEB91F79CF}"/>
              </a:ext>
            </a:extLst>
          </p:cNvPr>
          <p:cNvCxnSpPr/>
          <p:nvPr/>
        </p:nvCxnSpPr>
        <p:spPr>
          <a:xfrm flipV="1">
            <a:off x="2743200" y="3154680"/>
            <a:ext cx="868680" cy="484632"/>
          </a:xfrm>
          <a:prstGeom prst="line">
            <a:avLst/>
          </a:prstGeom>
          <a:ln w="27940">
            <a:solidFill>
              <a:srgbClr val="0721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9">
            <a:extLst>
              <a:ext uri="{FF2B5EF4-FFF2-40B4-BE49-F238E27FC236}">
                <a16:creationId xmlns:a16="http://schemas.microsoft.com/office/drawing/2014/main" id="{1E696D5D-E190-B87F-1B19-607485C28FE3}"/>
              </a:ext>
            </a:extLst>
          </p:cNvPr>
          <p:cNvCxnSpPr/>
          <p:nvPr/>
        </p:nvCxnSpPr>
        <p:spPr>
          <a:xfrm>
            <a:off x="5943600" y="2944368"/>
            <a:ext cx="731520" cy="0"/>
          </a:xfrm>
          <a:prstGeom prst="line">
            <a:avLst/>
          </a:prstGeom>
          <a:ln w="27940">
            <a:solidFill>
              <a:srgbClr val="07214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0">
            <a:extLst>
              <a:ext uri="{FF2B5EF4-FFF2-40B4-BE49-F238E27FC236}">
                <a16:creationId xmlns:a16="http://schemas.microsoft.com/office/drawing/2014/main" id="{4DEFB52A-8F7D-DBC5-930E-F100F1B67656}"/>
              </a:ext>
            </a:extLst>
          </p:cNvPr>
          <p:cNvCxnSpPr/>
          <p:nvPr/>
        </p:nvCxnSpPr>
        <p:spPr>
          <a:xfrm>
            <a:off x="7680960" y="3429000"/>
            <a:ext cx="0" cy="795528"/>
          </a:xfrm>
          <a:prstGeom prst="line">
            <a:avLst/>
          </a:prstGeom>
          <a:ln w="27940">
            <a:solidFill>
              <a:srgbClr val="7A85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1">
            <a:extLst>
              <a:ext uri="{FF2B5EF4-FFF2-40B4-BE49-F238E27FC236}">
                <a16:creationId xmlns:a16="http://schemas.microsoft.com/office/drawing/2014/main" id="{121061B6-9C25-8248-E1A2-84055792FA82}"/>
              </a:ext>
            </a:extLst>
          </p:cNvPr>
          <p:cNvCxnSpPr/>
          <p:nvPr/>
        </p:nvCxnSpPr>
        <p:spPr>
          <a:xfrm flipH="1">
            <a:off x="1627632" y="4224528"/>
            <a:ext cx="6053328" cy="0"/>
          </a:xfrm>
          <a:prstGeom prst="line">
            <a:avLst/>
          </a:prstGeom>
          <a:ln w="27940">
            <a:solidFill>
              <a:srgbClr val="7A85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2">
            <a:extLst>
              <a:ext uri="{FF2B5EF4-FFF2-40B4-BE49-F238E27FC236}">
                <a16:creationId xmlns:a16="http://schemas.microsoft.com/office/drawing/2014/main" id="{98381527-0818-4750-5B08-1BFD768B07C4}"/>
              </a:ext>
            </a:extLst>
          </p:cNvPr>
          <p:cNvCxnSpPr/>
          <p:nvPr/>
        </p:nvCxnSpPr>
        <p:spPr>
          <a:xfrm flipV="1">
            <a:off x="1627632" y="4023360"/>
            <a:ext cx="0" cy="201168"/>
          </a:xfrm>
          <a:prstGeom prst="line">
            <a:avLst/>
          </a:prstGeom>
          <a:ln w="27940">
            <a:solidFill>
              <a:srgbClr val="7A85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3">
            <a:extLst>
              <a:ext uri="{FF2B5EF4-FFF2-40B4-BE49-F238E27FC236}">
                <a16:creationId xmlns:a16="http://schemas.microsoft.com/office/drawing/2014/main" id="{3C8E3B9B-6E66-88B0-351E-8864643AD9EC}"/>
              </a:ext>
            </a:extLst>
          </p:cNvPr>
          <p:cNvSpPr txBox="1"/>
          <p:nvPr/>
        </p:nvSpPr>
        <p:spPr>
          <a:xfrm>
            <a:off x="2468880" y="42428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A8500"/>
                </a:solidFill>
                <a:latin typeface="Arial"/>
              </a:rPr>
              <a:t>measurements feed back (re-initialise the forecast)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92E96B8-25AB-4BD9-695C-E24834526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219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C0DA80A-0E3D-F4C5-6E23-A0EE739A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de-DE" sz="2800" b="1" dirty="0">
                <a:solidFill>
                  <a:srgbClr val="005293"/>
                </a:solidFill>
              </a:rPr>
              <a:t>Take-</a:t>
            </a:r>
            <a:r>
              <a:rPr lang="de-DE" sz="2800" b="1" dirty="0" err="1">
                <a:solidFill>
                  <a:srgbClr val="005293"/>
                </a:solidFill>
              </a:rPr>
              <a:t>home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AF4E69-AB56-336A-DAA8-CCF2D65384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BF1CB6-48B0-D489-30B2-C864858317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Rami Haidar | Building Thermal Modelling </a:t>
            </a:r>
            <a:endParaRPr lang="en-US" dirty="0"/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A86168AE-CBD8-A740-A01B-E3E54ABEA4A7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CONCLUSION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DCFEF984-563D-FE3D-2FA2-A7F916800C11}"/>
              </a:ext>
            </a:extLst>
          </p:cNvPr>
          <p:cNvSpPr/>
          <p:nvPr/>
        </p:nvSpPr>
        <p:spPr>
          <a:xfrm>
            <a:off x="457200" y="1828800"/>
            <a:ext cx="4069080" cy="1143000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EB509487-DBCC-F3D1-DF0C-0B1223634D05}"/>
              </a:ext>
            </a:extLst>
          </p:cNvPr>
          <p:cNvSpPr/>
          <p:nvPr/>
        </p:nvSpPr>
        <p:spPr>
          <a:xfrm>
            <a:off x="621792" y="1993392"/>
            <a:ext cx="457200" cy="457200"/>
          </a:xfrm>
          <a:prstGeom prst="ellipse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3606F88C-0FF5-2344-03B2-230C06C3073A}"/>
              </a:ext>
            </a:extLst>
          </p:cNvPr>
          <p:cNvSpPr txBox="1"/>
          <p:nvPr/>
        </p:nvSpPr>
        <p:spPr>
          <a:xfrm>
            <a:off x="1234440" y="2154079"/>
            <a:ext cx="31546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dirty="0">
                <a:solidFill>
                  <a:srgbClr val="072140"/>
                </a:solidFill>
                <a:latin typeface="Arial"/>
              </a:rPr>
              <a:t>The two years differ only in weather</a:t>
            </a:r>
            <a:r>
              <a:rPr lang="de-DE" sz="1300" dirty="0">
                <a:solidFill>
                  <a:srgbClr val="072140"/>
                </a:solidFill>
                <a:latin typeface="Arial"/>
              </a:rPr>
              <a:t>, </a:t>
            </a:r>
            <a:r>
              <a:rPr sz="1300" dirty="0">
                <a:solidFill>
                  <a:srgbClr val="072140"/>
                </a:solidFill>
                <a:latin typeface="Arial"/>
              </a:rPr>
              <a:t>so a year-1 model transfers</a:t>
            </a: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D4D5831A-27AA-158E-097E-525C3686A8F8}"/>
              </a:ext>
            </a:extLst>
          </p:cNvPr>
          <p:cNvSpPr/>
          <p:nvPr/>
        </p:nvSpPr>
        <p:spPr>
          <a:xfrm>
            <a:off x="4617720" y="1828800"/>
            <a:ext cx="4069080" cy="1143000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E4F6E93A-0DBC-103C-5F2E-705EF92A2951}"/>
              </a:ext>
            </a:extLst>
          </p:cNvPr>
          <p:cNvSpPr/>
          <p:nvPr/>
        </p:nvSpPr>
        <p:spPr>
          <a:xfrm>
            <a:off x="4782312" y="1993392"/>
            <a:ext cx="457200" cy="457200"/>
          </a:xfrm>
          <a:prstGeom prst="ellipse">
            <a:avLst/>
          </a:prstGeom>
          <a:solidFill>
            <a:srgbClr val="006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9264010D-EA01-D3E5-F5C0-BD71B2A90B21}"/>
              </a:ext>
            </a:extLst>
          </p:cNvPr>
          <p:cNvSpPr txBox="1"/>
          <p:nvPr/>
        </p:nvSpPr>
        <p:spPr>
          <a:xfrm>
            <a:off x="5394959" y="1938528"/>
            <a:ext cx="3154680" cy="9235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072140"/>
                </a:solidFill>
                <a:latin typeface="Arial"/>
              </a:rPr>
              <a:t>Three interpretable grey-box models; complexity helps only for multi-step forecasting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21ACD198-E4DD-5EE5-822E-9787D6DA14E5}"/>
              </a:ext>
            </a:extLst>
          </p:cNvPr>
          <p:cNvSpPr/>
          <p:nvPr/>
        </p:nvSpPr>
        <p:spPr>
          <a:xfrm>
            <a:off x="457200" y="3063240"/>
            <a:ext cx="4069080" cy="1143000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94799C51-6C6D-7488-83DB-AB909D60BDAB}"/>
              </a:ext>
            </a:extLst>
          </p:cNvPr>
          <p:cNvSpPr/>
          <p:nvPr/>
        </p:nvSpPr>
        <p:spPr>
          <a:xfrm>
            <a:off x="621792" y="3227832"/>
            <a:ext cx="457200" cy="457200"/>
          </a:xfrm>
          <a:prstGeom prst="ellipse">
            <a:avLst/>
          </a:prstGeom>
          <a:solidFill>
            <a:srgbClr val="E37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4324C1D8-B323-C5AF-357C-FA0B422109DF}"/>
              </a:ext>
            </a:extLst>
          </p:cNvPr>
          <p:cNvSpPr txBox="1"/>
          <p:nvPr/>
        </p:nvSpPr>
        <p:spPr>
          <a:xfrm>
            <a:off x="1234440" y="3172968"/>
            <a:ext cx="3154680" cy="9235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072140"/>
                </a:solidFill>
                <a:latin typeface="Arial"/>
              </a:rPr>
              <a:t>Model C wins for control horizons - uniquely robust through its solar term</a:t>
            </a:r>
          </a:p>
        </p:txBody>
      </p:sp>
      <p:sp>
        <p:nvSpPr>
          <p:cNvPr id="16" name="Rounded Rectangle 12">
            <a:extLst>
              <a:ext uri="{FF2B5EF4-FFF2-40B4-BE49-F238E27FC236}">
                <a16:creationId xmlns:a16="http://schemas.microsoft.com/office/drawing/2014/main" id="{02A166BD-C8E8-1DD6-8D9A-ECA95594456C}"/>
              </a:ext>
            </a:extLst>
          </p:cNvPr>
          <p:cNvSpPr/>
          <p:nvPr/>
        </p:nvSpPr>
        <p:spPr>
          <a:xfrm>
            <a:off x="4617720" y="3063240"/>
            <a:ext cx="4069080" cy="1143000"/>
          </a:xfrm>
          <a:prstGeom prst="roundRect">
            <a:avLst/>
          </a:prstGeom>
          <a:solidFill>
            <a:srgbClr val="F3F7FB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3">
            <a:extLst>
              <a:ext uri="{FF2B5EF4-FFF2-40B4-BE49-F238E27FC236}">
                <a16:creationId xmlns:a16="http://schemas.microsoft.com/office/drawing/2014/main" id="{20961A18-8222-25E2-8EF5-0EB4767C95B9}"/>
              </a:ext>
            </a:extLst>
          </p:cNvPr>
          <p:cNvSpPr/>
          <p:nvPr/>
        </p:nvSpPr>
        <p:spPr>
          <a:xfrm>
            <a:off x="4782312" y="3227832"/>
            <a:ext cx="457200" cy="457200"/>
          </a:xfrm>
          <a:prstGeom prst="ellipse">
            <a:avLst/>
          </a:prstGeom>
          <a:solidFill>
            <a:srgbClr val="64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D2E5D0F4-2760-3B9F-BC22-4034845603DF}"/>
              </a:ext>
            </a:extLst>
          </p:cNvPr>
          <p:cNvSpPr txBox="1"/>
          <p:nvPr/>
        </p:nvSpPr>
        <p:spPr>
          <a:xfrm>
            <a:off x="5394959" y="3172968"/>
            <a:ext cx="3154680" cy="9235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>
                <a:solidFill>
                  <a:srgbClr val="072140"/>
                </a:solidFill>
                <a:latin typeface="Arial"/>
              </a:rPr>
              <a:t>The R-C model is the interpretable prediction engine an EMS / MPC builds on</a:t>
            </a:r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C73AED52-937B-D2FD-AF19-EE90C1994697}"/>
              </a:ext>
            </a:extLst>
          </p:cNvPr>
          <p:cNvSpPr/>
          <p:nvPr/>
        </p:nvSpPr>
        <p:spPr>
          <a:xfrm>
            <a:off x="8266175" y="4261104"/>
            <a:ext cx="548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2700" bIns="12700" rtlCol="0" anchor="ctr"/>
          <a:lstStyle/>
          <a:p>
            <a:pPr algn="ctr"/>
            <a:r>
              <a:rPr sz="800" b="1">
                <a:solidFill>
                  <a:srgbClr val="6B7785"/>
                </a:solidFill>
                <a:latin typeface="Arial"/>
              </a:rPr>
              <a:t>QR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543DB13-C0B7-8C23-05C0-647329001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307" y="4294236"/>
            <a:ext cx="482376" cy="4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01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4EC7EF6-9EE4-EAC9-8884-2E2EA0D40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072140"/>
                </a:solidFill>
              </a:rPr>
              <a:t>Brastein</a:t>
            </a:r>
            <a:r>
              <a:rPr lang="de-DE" dirty="0">
                <a:solidFill>
                  <a:srgbClr val="072140"/>
                </a:solidFill>
              </a:rPr>
              <a:t>, O. M. et al. (2018). Parameter </a:t>
            </a:r>
            <a:r>
              <a:rPr lang="de-DE" dirty="0" err="1">
                <a:solidFill>
                  <a:srgbClr val="072140"/>
                </a:solidFill>
              </a:rPr>
              <a:t>estimation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for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grey</a:t>
            </a:r>
            <a:r>
              <a:rPr lang="de-DE" dirty="0">
                <a:solidFill>
                  <a:srgbClr val="072140"/>
                </a:solidFill>
              </a:rPr>
              <a:t>-box </a:t>
            </a:r>
            <a:r>
              <a:rPr lang="de-DE" dirty="0" err="1">
                <a:solidFill>
                  <a:srgbClr val="072140"/>
                </a:solidFill>
              </a:rPr>
              <a:t>models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of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building</a:t>
            </a:r>
            <a:r>
              <a:rPr lang="de-DE" dirty="0">
                <a:solidFill>
                  <a:srgbClr val="072140"/>
                </a:solidFill>
              </a:rPr>
              <a:t> thermal </a:t>
            </a:r>
            <a:r>
              <a:rPr lang="de-DE" dirty="0" err="1">
                <a:solidFill>
                  <a:srgbClr val="072140"/>
                </a:solidFill>
              </a:rPr>
              <a:t>behaviour</a:t>
            </a:r>
            <a:r>
              <a:rPr lang="de-DE" dirty="0">
                <a:solidFill>
                  <a:srgbClr val="072140"/>
                </a:solidFill>
              </a:rPr>
              <a:t>. Energy &amp; Buildings 169, 58-68.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72140"/>
                </a:solidFill>
              </a:rPr>
              <a:t>buildingenergygeeks.com - A simple R-C </a:t>
            </a:r>
            <a:r>
              <a:rPr lang="de-DE" dirty="0" err="1">
                <a:solidFill>
                  <a:srgbClr val="072140"/>
                </a:solidFill>
              </a:rPr>
              <a:t>model</a:t>
            </a:r>
            <a:r>
              <a:rPr lang="de-DE" dirty="0">
                <a:solidFill>
                  <a:srgbClr val="072140"/>
                </a:solidFill>
              </a:rPr>
              <a:t> (</a:t>
            </a:r>
            <a:r>
              <a:rPr lang="de-DE" dirty="0" err="1">
                <a:solidFill>
                  <a:srgbClr val="072140"/>
                </a:solidFill>
              </a:rPr>
              <a:t>state-space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building</a:t>
            </a:r>
            <a:r>
              <a:rPr lang="de-DE" dirty="0">
                <a:solidFill>
                  <a:srgbClr val="072140"/>
                </a:solidFill>
              </a:rPr>
              <a:t> thermal </a:t>
            </a:r>
            <a:r>
              <a:rPr lang="de-DE" dirty="0" err="1">
                <a:solidFill>
                  <a:srgbClr val="072140"/>
                </a:solidFill>
              </a:rPr>
              <a:t>modelling</a:t>
            </a:r>
            <a:r>
              <a:rPr lang="de-DE" dirty="0">
                <a:solidFill>
                  <a:srgbClr val="072140"/>
                </a:solidFill>
              </a:rPr>
              <a:t>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072140"/>
                </a:solidFill>
              </a:rPr>
              <a:t>Drgona</a:t>
            </a:r>
            <a:r>
              <a:rPr lang="de-DE" dirty="0">
                <a:solidFill>
                  <a:srgbClr val="072140"/>
                </a:solidFill>
              </a:rPr>
              <a:t>, J. et al. (2020). All </a:t>
            </a:r>
            <a:r>
              <a:rPr lang="de-DE" dirty="0" err="1">
                <a:solidFill>
                  <a:srgbClr val="072140"/>
                </a:solidFill>
              </a:rPr>
              <a:t>you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need</a:t>
            </a:r>
            <a:r>
              <a:rPr lang="de-DE" dirty="0">
                <a:solidFill>
                  <a:srgbClr val="072140"/>
                </a:solidFill>
              </a:rPr>
              <a:t> to </a:t>
            </a:r>
            <a:r>
              <a:rPr lang="de-DE" dirty="0" err="1">
                <a:solidFill>
                  <a:srgbClr val="072140"/>
                </a:solidFill>
              </a:rPr>
              <a:t>know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about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model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predictive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control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for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buildings</a:t>
            </a:r>
            <a:r>
              <a:rPr lang="de-DE" dirty="0">
                <a:solidFill>
                  <a:srgbClr val="072140"/>
                </a:solidFill>
              </a:rPr>
              <a:t>. Annual Reviews in Control 50.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72140"/>
                </a:solidFill>
              </a:rPr>
              <a:t>Raisch, F. et al. (2025). GenTL: A </a:t>
            </a:r>
            <a:r>
              <a:rPr lang="de-DE" dirty="0" err="1">
                <a:solidFill>
                  <a:srgbClr val="072140"/>
                </a:solidFill>
              </a:rPr>
              <a:t>general</a:t>
            </a:r>
            <a:r>
              <a:rPr lang="de-DE" dirty="0">
                <a:solidFill>
                  <a:srgbClr val="072140"/>
                </a:solidFill>
              </a:rPr>
              <a:t> transfer-</a:t>
            </a:r>
            <a:r>
              <a:rPr lang="de-DE" dirty="0" err="1">
                <a:solidFill>
                  <a:srgbClr val="072140"/>
                </a:solidFill>
              </a:rPr>
              <a:t>learning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model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for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building</a:t>
            </a:r>
            <a:r>
              <a:rPr lang="de-DE" dirty="0">
                <a:solidFill>
                  <a:srgbClr val="072140"/>
                </a:solidFill>
              </a:rPr>
              <a:t> thermal </a:t>
            </a:r>
            <a:r>
              <a:rPr lang="de-DE" dirty="0" err="1">
                <a:solidFill>
                  <a:srgbClr val="072140"/>
                </a:solidFill>
              </a:rPr>
              <a:t>dynamics</a:t>
            </a:r>
            <a:r>
              <a:rPr lang="de-DE" dirty="0">
                <a:solidFill>
                  <a:srgbClr val="072140"/>
                </a:solidFill>
              </a:rPr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72140"/>
                </a:solidFill>
              </a:rPr>
              <a:t>Zollner, S. - </a:t>
            </a:r>
            <a:r>
              <a:rPr lang="de-DE" dirty="0" err="1">
                <a:solidFill>
                  <a:srgbClr val="072140"/>
                </a:solidFill>
              </a:rPr>
              <a:t>Practical</a:t>
            </a:r>
            <a:r>
              <a:rPr lang="de-DE" dirty="0">
                <a:solidFill>
                  <a:srgbClr val="072140"/>
                </a:solidFill>
              </a:rPr>
              <a:t> Session: Model </a:t>
            </a:r>
            <a:r>
              <a:rPr lang="de-DE" dirty="0" err="1">
                <a:solidFill>
                  <a:srgbClr val="072140"/>
                </a:solidFill>
              </a:rPr>
              <a:t>Predictive</a:t>
            </a:r>
            <a:r>
              <a:rPr lang="de-DE" dirty="0">
                <a:solidFill>
                  <a:srgbClr val="072140"/>
                </a:solidFill>
              </a:rPr>
              <a:t> Control </a:t>
            </a:r>
            <a:r>
              <a:rPr lang="de-DE" dirty="0" err="1">
                <a:solidFill>
                  <a:srgbClr val="072140"/>
                </a:solidFill>
              </a:rPr>
              <a:t>for</a:t>
            </a:r>
            <a:r>
              <a:rPr lang="de-DE" dirty="0">
                <a:solidFill>
                  <a:srgbClr val="072140"/>
                </a:solidFill>
              </a:rPr>
              <a:t> Buildings (TUM EMT, ML in Energy Management).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72140"/>
                </a:solidFill>
              </a:rPr>
              <a:t>IEA - Buildings &amp; Space </a:t>
            </a:r>
            <a:r>
              <a:rPr lang="de-DE" dirty="0" err="1">
                <a:solidFill>
                  <a:srgbClr val="072140"/>
                </a:solidFill>
              </a:rPr>
              <a:t>heating</a:t>
            </a:r>
            <a:r>
              <a:rPr lang="de-DE" dirty="0">
                <a:solidFill>
                  <a:srgbClr val="072140"/>
                </a:solidFill>
              </a:rPr>
              <a:t> </a:t>
            </a:r>
            <a:r>
              <a:rPr lang="de-DE" dirty="0" err="1">
                <a:solidFill>
                  <a:srgbClr val="072140"/>
                </a:solidFill>
              </a:rPr>
              <a:t>data</a:t>
            </a:r>
            <a:r>
              <a:rPr lang="de-DE" dirty="0">
                <a:solidFill>
                  <a:srgbClr val="072140"/>
                </a:solidFill>
              </a:rPr>
              <a:t>.   Eurostat (2023) - Energy </a:t>
            </a:r>
            <a:r>
              <a:rPr lang="de-DE" dirty="0" err="1">
                <a:solidFill>
                  <a:srgbClr val="072140"/>
                </a:solidFill>
              </a:rPr>
              <a:t>consumption</a:t>
            </a:r>
            <a:r>
              <a:rPr lang="de-DE" dirty="0">
                <a:solidFill>
                  <a:srgbClr val="072140"/>
                </a:solidFill>
              </a:rPr>
              <a:t> in </a:t>
            </a:r>
            <a:r>
              <a:rPr lang="de-DE" dirty="0" err="1">
                <a:solidFill>
                  <a:srgbClr val="072140"/>
                </a:solidFill>
              </a:rPr>
              <a:t>households</a:t>
            </a:r>
            <a:r>
              <a:rPr lang="de-DE" dirty="0">
                <a:solidFill>
                  <a:srgbClr val="072140"/>
                </a:solidFill>
              </a:rPr>
              <a:t>.   </a:t>
            </a:r>
            <a:r>
              <a:rPr lang="de-DE" dirty="0" err="1">
                <a:solidFill>
                  <a:srgbClr val="072140"/>
                </a:solidFill>
              </a:rPr>
              <a:t>Ofgem</a:t>
            </a:r>
            <a:r>
              <a:rPr lang="de-DE" dirty="0">
                <a:solidFill>
                  <a:srgbClr val="072140"/>
                </a:solidFill>
              </a:rPr>
              <a:t> - TDCV.   BEAMA - UK </a:t>
            </a:r>
            <a:r>
              <a:rPr lang="de-DE" dirty="0" err="1">
                <a:solidFill>
                  <a:srgbClr val="072140"/>
                </a:solidFill>
              </a:rPr>
              <a:t>home</a:t>
            </a:r>
            <a:r>
              <a:rPr lang="de-DE" dirty="0">
                <a:solidFill>
                  <a:srgbClr val="072140"/>
                </a:solidFill>
              </a:rPr>
              <a:t> gas </a:t>
            </a:r>
            <a:r>
              <a:rPr lang="de-DE" dirty="0" err="1">
                <a:solidFill>
                  <a:srgbClr val="072140"/>
                </a:solidFill>
              </a:rPr>
              <a:t>consumption</a:t>
            </a:r>
            <a:r>
              <a:rPr lang="de-DE" dirty="0">
                <a:solidFill>
                  <a:srgbClr val="072140"/>
                </a:solidFill>
              </a:rPr>
              <a:t>.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C3E6088-BB5B-3032-DF18-C202B9738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410369"/>
          </a:xfrm>
        </p:spPr>
        <p:txBody>
          <a:bodyPr/>
          <a:lstStyle/>
          <a:p>
            <a:r>
              <a:rPr lang="de-DE" sz="2800" b="1" dirty="0">
                <a:solidFill>
                  <a:srgbClr val="005293"/>
                </a:solidFill>
              </a:rPr>
              <a:t>References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A9FAEA-5703-B4D4-6EBE-AE03478FE9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139FC2-B647-AA2F-3BA5-BB83C0F211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Rami Haidar | Building Thermal Modelling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7D4D6B5-C1D5-8555-9BA6-6A586BB782EA}"/>
              </a:ext>
            </a:extLst>
          </p:cNvPr>
          <p:cNvSpPr txBox="1"/>
          <p:nvPr/>
        </p:nvSpPr>
        <p:spPr>
          <a:xfrm>
            <a:off x="320040" y="548640"/>
            <a:ext cx="7680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spc="200" dirty="0">
                <a:solidFill>
                  <a:srgbClr val="0065BD"/>
                </a:solidFill>
                <a:latin typeface="Arial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982789043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1E03A00F-5A34-475F-BA84-E2EBED434790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008B5212-AD15-4DA8-AB6C-182350FFA4EA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CFAC8027-78A3-4001-93FE-AE371D2D92B1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94C99F27-547F-408F-8FEB-51CB360826DB}"/>
    </a:ext>
  </a:extLst>
</a:theme>
</file>

<file path=ppt/theme/theme5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2111_Praesentationsvorlage_16-9</Template>
  <TotalTime>0</TotalTime>
  <Words>2401</Words>
  <Application>Microsoft Office PowerPoint</Application>
  <PresentationFormat>Bildschirmpräsentation (16:9)</PresentationFormat>
  <Paragraphs>324</Paragraphs>
  <Slides>23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4</vt:i4>
      </vt:variant>
      <vt:variant>
        <vt:lpstr>Folientitel</vt:lpstr>
      </vt:variant>
      <vt:variant>
        <vt:i4>23</vt:i4>
      </vt:variant>
    </vt:vector>
  </HeadingPairs>
  <TitlesOfParts>
    <vt:vector size="36" baseType="lpstr">
      <vt:lpstr>Arial</vt:lpstr>
      <vt:lpstr>Calibri</vt:lpstr>
      <vt:lpstr>Cambria Math</vt:lpstr>
      <vt:lpstr>Consolas</vt:lpstr>
      <vt:lpstr>Courier New</vt:lpstr>
      <vt:lpstr>Google Sans</vt:lpstr>
      <vt:lpstr>Segoe WPC</vt:lpstr>
      <vt:lpstr>Symbol</vt:lpstr>
      <vt:lpstr>Wingdings</vt:lpstr>
      <vt:lpstr>Titel 1</vt:lpstr>
      <vt:lpstr>Titel 2</vt:lpstr>
      <vt:lpstr>Titel 3</vt:lpstr>
      <vt:lpstr>Inhalt</vt:lpstr>
      <vt:lpstr>Data-Driven Thermal Modelling of a Residential Building</vt:lpstr>
      <vt:lpstr>Outline</vt:lpstr>
      <vt:lpstr>PowerPoint-Präsentation</vt:lpstr>
      <vt:lpstr>Why model building thermal dynamics?</vt:lpstr>
      <vt:lpstr>The task: model a building's indoor temperature</vt:lpstr>
      <vt:lpstr>PowerPoint-Präsentation</vt:lpstr>
      <vt:lpstr>The data at a glance</vt:lpstr>
      <vt:lpstr>Two years compared</vt:lpstr>
      <vt:lpstr>Year 1 vs. year 2: Weather changed</vt:lpstr>
      <vt:lpstr>PowerPoint-Präsentation</vt:lpstr>
      <vt:lpstr>Grey-box modelling: the electric analogy</vt:lpstr>
      <vt:lpstr>Three models, increasing complexity</vt:lpstr>
      <vt:lpstr>Fitting on year 1</vt:lpstr>
      <vt:lpstr>PowerPoint-Präsentation</vt:lpstr>
      <vt:lpstr>How we test: two windows, two ways to predict</vt:lpstr>
      <vt:lpstr>Error vs. forecast horizon</vt:lpstr>
      <vt:lpstr>Ten-day free-run: A and B drift, C tracks</vt:lpstr>
      <vt:lpstr>Why C wins: robust &amp; lowest error</vt:lpstr>
      <vt:lpstr>PowerPoint-Präsentation</vt:lpstr>
      <vt:lpstr>The best model depends on the use</vt:lpstr>
      <vt:lpstr>From model to control</vt:lpstr>
      <vt:lpstr>Take-home</vt:lpstr>
      <vt:lpstr>References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 Haidar</dc:creator>
  <cp:lastModifiedBy>Rami Haidar</cp:lastModifiedBy>
  <cp:revision>2</cp:revision>
  <cp:lastPrinted>2015-07-30T14:04:45Z</cp:lastPrinted>
  <dcterms:created xsi:type="dcterms:W3CDTF">2026-05-31T17:42:36Z</dcterms:created>
  <dcterms:modified xsi:type="dcterms:W3CDTF">2026-06-07T14:27:03Z</dcterms:modified>
</cp:coreProperties>
</file>